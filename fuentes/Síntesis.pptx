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04FE2-F3BB-492B-9977-E483201DCC6C}" v="36" dt="2026-02-26T07:15:23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4"/>
    <p:restoredTop sz="94690"/>
  </p:normalViewPr>
  <p:slideViewPr>
    <p:cSldViewPr snapToGrid="0">
      <p:cViewPr varScale="1">
        <p:scale>
          <a:sx n="38" d="100"/>
          <a:sy n="38" d="100"/>
        </p:scale>
        <p:origin x="6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Marcela Vidal Quintero" userId="104d0c5e440496ce" providerId="LiveId" clId="{9D740E13-24C2-ED4B-9990-7E808AA8AA44}"/>
    <pc:docChg chg="custSel modSld">
      <pc:chgData name="Paula Marcela Vidal Quintero" userId="104d0c5e440496ce" providerId="LiveId" clId="{9D740E13-24C2-ED4B-9990-7E808AA8AA44}" dt="2026-02-05T10:57:14.803" v="1682"/>
      <pc:docMkLst>
        <pc:docMk/>
      </pc:docMkLst>
      <pc:sldChg chg="addSp delSp modSp mod">
        <pc:chgData name="Paula Marcela Vidal Quintero" userId="104d0c5e440496ce" providerId="LiveId" clId="{9D740E13-24C2-ED4B-9990-7E808AA8AA44}" dt="2026-02-05T10:57:14.803" v="1682"/>
        <pc:sldMkLst>
          <pc:docMk/>
          <pc:sldMk cId="4095624641" sldId="256"/>
        </pc:sldMkLst>
      </pc:sldChg>
    </pc:docChg>
  </pc:docChgLst>
  <pc:docChgLst>
    <pc:chgData name="Paula Marcela Vidal Quintero" userId="104d0c5e440496ce" providerId="LiveId" clId="{CFB4F13C-DB3E-4B98-A073-F90FE2125545}"/>
    <pc:docChg chg="undo custSel modSld">
      <pc:chgData name="Paula Marcela Vidal Quintero" userId="104d0c5e440496ce" providerId="LiveId" clId="{CFB4F13C-DB3E-4B98-A073-F90FE2125545}" dt="2026-02-26T07:15:23.851" v="1916" actId="14233"/>
      <pc:docMkLst>
        <pc:docMk/>
      </pc:docMkLst>
      <pc:sldChg chg="addSp delSp modSp mod">
        <pc:chgData name="Paula Marcela Vidal Quintero" userId="104d0c5e440496ce" providerId="LiveId" clId="{CFB4F13C-DB3E-4B98-A073-F90FE2125545}" dt="2026-02-26T07:15:23.851" v="1916" actId="14233"/>
        <pc:sldMkLst>
          <pc:docMk/>
          <pc:sldMk cId="4095624641" sldId="256"/>
        </pc:sldMkLst>
        <pc:graphicFrameChg chg="add del mod modGraphic">
          <ac:chgData name="Paula Marcela Vidal Quintero" userId="104d0c5e440496ce" providerId="LiveId" clId="{CFB4F13C-DB3E-4B98-A073-F90FE2125545}" dt="2026-02-26T07:15:23.851" v="1916" actId="14233"/>
          <ac:graphicFrameMkLst>
            <pc:docMk/>
            <pc:sldMk cId="4095624641" sldId="256"/>
            <ac:graphicFrameMk id="4" creationId="{870C8FF8-1DE0-0FDB-41FE-FB7496B637A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589123-EF3A-43AC-817D-FF887FDF57F6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2A17D5E9-98B1-4ED6-8DBA-0F015F00A7C4}">
      <dgm:prSet phldrT="[Texto]" phldr="0"/>
      <dgm:spPr/>
      <dgm:t>
        <a:bodyPr/>
        <a:lstStyle/>
        <a:p>
          <a:r>
            <a:rPr lang="es-CO" dirty="0"/>
            <a:t>Empresa y clasificación empresarial en Colombia</a:t>
          </a:r>
          <a:r>
            <a:rPr lang="es-CO" b="1" dirty="0"/>
            <a:t>.</a:t>
          </a:r>
          <a:endParaRPr lang="es-CO" dirty="0"/>
        </a:p>
      </dgm:t>
    </dgm:pt>
    <dgm:pt modelId="{88E535E2-5744-455C-BC72-5D0C6385E97C}" type="parTrans" cxnId="{325D2B92-4DD5-4850-946D-D2C916230180}">
      <dgm:prSet/>
      <dgm:spPr/>
      <dgm:t>
        <a:bodyPr/>
        <a:lstStyle/>
        <a:p>
          <a:endParaRPr lang="es-CO"/>
        </a:p>
      </dgm:t>
    </dgm:pt>
    <dgm:pt modelId="{4D80C3F8-4BA1-466B-8171-E0FD8DADAF13}" type="sibTrans" cxnId="{325D2B92-4DD5-4850-946D-D2C916230180}">
      <dgm:prSet/>
      <dgm:spPr/>
      <dgm:t>
        <a:bodyPr/>
        <a:lstStyle/>
        <a:p>
          <a:endParaRPr lang="es-CO"/>
        </a:p>
      </dgm:t>
    </dgm:pt>
    <dgm:pt modelId="{1FD3E1B8-2063-4B02-922A-0DC569E23311}">
      <dgm:prSet phldrT="[Texto]" phldr="0"/>
      <dgm:spPr/>
      <dgm:t>
        <a:bodyPr/>
        <a:lstStyle/>
        <a:p>
          <a:r>
            <a:rPr lang="es-CO" dirty="0"/>
            <a:t>Marco normativo base para comprender la empresa en Colombia.</a:t>
          </a:r>
        </a:p>
      </dgm:t>
    </dgm:pt>
    <dgm:pt modelId="{DEC4C4FD-DA56-4D3F-B196-8DB4CD9F5426}" type="parTrans" cxnId="{83058418-6D1D-4484-98F1-7F5DEBFA5BC9}">
      <dgm:prSet/>
      <dgm:spPr/>
      <dgm:t>
        <a:bodyPr/>
        <a:lstStyle/>
        <a:p>
          <a:endParaRPr lang="es-CO"/>
        </a:p>
      </dgm:t>
    </dgm:pt>
    <dgm:pt modelId="{EA16076B-151A-4A76-9703-C2C014AD8819}" type="sibTrans" cxnId="{83058418-6D1D-4484-98F1-7F5DEBFA5BC9}">
      <dgm:prSet/>
      <dgm:spPr/>
      <dgm:t>
        <a:bodyPr/>
        <a:lstStyle/>
        <a:p>
          <a:endParaRPr lang="es-CO"/>
        </a:p>
      </dgm:t>
    </dgm:pt>
    <dgm:pt modelId="{F3711472-B2B5-46D5-8204-C8274734584B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Concepto de la empresa en Colombia y nociones asociadas.</a:t>
          </a:r>
        </a:p>
      </dgm:t>
    </dgm:pt>
    <dgm:pt modelId="{E6E8D1DE-2991-46D2-9B78-A54A026503D5}" type="parTrans" cxnId="{72B5B47F-93CA-4949-ABD8-69A687110448}">
      <dgm:prSet/>
      <dgm:spPr/>
    </dgm:pt>
    <dgm:pt modelId="{F9F225A6-7721-4F79-99A5-1651119C7615}" type="sibTrans" cxnId="{72B5B47F-93CA-4949-ABD8-69A687110448}">
      <dgm:prSet/>
      <dgm:spPr/>
    </dgm:pt>
    <dgm:pt modelId="{49E4A9B6-E3CF-4266-B141-DC4DDA735A3A}">
      <dgm:prSet phldrT="[Texto]" phldr="0"/>
      <dgm:spPr/>
      <dgm:t>
        <a:bodyPr/>
        <a:lstStyle/>
        <a:p>
          <a:pPr>
            <a:buNone/>
          </a:pPr>
          <a:r>
            <a:rPr lang="es-CO" dirty="0"/>
            <a:t>Clasificación de las empresas.</a:t>
          </a:r>
        </a:p>
      </dgm:t>
    </dgm:pt>
    <dgm:pt modelId="{1A60178A-C1F0-48AE-A8D6-FCB5922C0940}" type="parTrans" cxnId="{CFA7AD40-BB87-4C53-BC40-4C53F7538479}">
      <dgm:prSet/>
      <dgm:spPr/>
    </dgm:pt>
    <dgm:pt modelId="{8316EBDF-692B-4CB5-BED9-4D48852A7C4B}" type="sibTrans" cxnId="{CFA7AD40-BB87-4C53-BC40-4C53F7538479}">
      <dgm:prSet/>
      <dgm:spPr/>
    </dgm:pt>
    <dgm:pt modelId="{AD6C1387-0094-4E8D-8568-E44242FFD7B4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Clasificación por actividad económica (CIIU).</a:t>
          </a:r>
        </a:p>
      </dgm:t>
    </dgm:pt>
    <dgm:pt modelId="{24A56676-C549-4999-A4DD-CA427205470E}" type="parTrans" cxnId="{068D8902-C4E1-472C-B942-FAE08E029861}">
      <dgm:prSet/>
      <dgm:spPr/>
    </dgm:pt>
    <dgm:pt modelId="{3E2444B1-8914-4F09-B4C4-DC2485CCA2AC}" type="sibTrans" cxnId="{068D8902-C4E1-472C-B942-FAE08E029861}">
      <dgm:prSet/>
      <dgm:spPr/>
    </dgm:pt>
    <dgm:pt modelId="{49D42219-9660-4C3E-A4C3-EE8155DF3353}">
      <dgm:prSet phldrT="[Texto]" phldr="0"/>
      <dgm:spPr/>
      <dgm:t>
        <a:bodyPr/>
        <a:lstStyle/>
        <a:p>
          <a:pPr>
            <a:buNone/>
          </a:pPr>
          <a:r>
            <a:rPr lang="es-CO" dirty="0"/>
            <a:t>Clasificación por tamaño empresarial.</a:t>
          </a:r>
        </a:p>
      </dgm:t>
    </dgm:pt>
    <dgm:pt modelId="{65C0608C-980C-419F-9EDF-884635A9472B}" type="parTrans" cxnId="{C23FFEEE-49C5-4CF1-83A6-6CAD9E6B880C}">
      <dgm:prSet/>
      <dgm:spPr/>
    </dgm:pt>
    <dgm:pt modelId="{77C52327-4096-4C5B-B4ED-7E6BB97772AA}" type="sibTrans" cxnId="{C23FFEEE-49C5-4CF1-83A6-6CAD9E6B880C}">
      <dgm:prSet/>
      <dgm:spPr/>
    </dgm:pt>
    <dgm:pt modelId="{71BC71BA-87AF-42E6-B299-57524DE4204B}">
      <dgm:prSet phldrT="[Texto]" phldr="0"/>
      <dgm:spPr/>
      <dgm:t>
        <a:bodyPr/>
        <a:lstStyle/>
        <a:p>
          <a:pPr>
            <a:buNone/>
          </a:pPr>
          <a:r>
            <a:rPr lang="es-CO" dirty="0"/>
            <a:t>Clasificación por origen del capital y finalidad.</a:t>
          </a:r>
        </a:p>
      </dgm:t>
    </dgm:pt>
    <dgm:pt modelId="{1769E509-B7A2-449A-9DF8-55A95CE11188}" type="parTrans" cxnId="{9965E387-63EA-4F8B-A132-F6C74F424191}">
      <dgm:prSet/>
      <dgm:spPr/>
    </dgm:pt>
    <dgm:pt modelId="{D14B3760-F0E7-4936-AFC8-000994F0CC75}" type="sibTrans" cxnId="{9965E387-63EA-4F8B-A132-F6C74F424191}">
      <dgm:prSet/>
      <dgm:spPr/>
    </dgm:pt>
    <dgm:pt modelId="{D9E8DBCD-13FE-4E77-9E9A-9E5FC9907599}">
      <dgm:prSet phldrT="[Texto]" phldr="0"/>
      <dgm:spPr/>
      <dgm:t>
        <a:bodyPr/>
        <a:lstStyle/>
        <a:p>
          <a:pPr>
            <a:buNone/>
          </a:pPr>
          <a:r>
            <a:rPr lang="es-CO" dirty="0"/>
            <a:t>Formas de organización jurídica de la empresa.</a:t>
          </a:r>
        </a:p>
      </dgm:t>
    </dgm:pt>
    <dgm:pt modelId="{4FD89D3D-F3C2-4368-A4BC-38D766AF145C}" type="parTrans" cxnId="{FD87EB96-1083-4020-9654-B6BB00A447FF}">
      <dgm:prSet/>
      <dgm:spPr/>
    </dgm:pt>
    <dgm:pt modelId="{8EC8742D-412D-4F0E-8B5B-36D039FBB4CB}" type="sibTrans" cxnId="{FD87EB96-1083-4020-9654-B6BB00A447FF}">
      <dgm:prSet/>
      <dgm:spPr/>
    </dgm:pt>
    <dgm:pt modelId="{C0B6BB88-1974-4A56-98F2-CF94D8411C3C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Clasificación según la forma de asociarse.</a:t>
          </a:r>
        </a:p>
      </dgm:t>
    </dgm:pt>
    <dgm:pt modelId="{F4884643-8F53-43C5-8163-BCC39A76B487}" type="parTrans" cxnId="{FD4D59F5-B859-415F-83BD-03508FA7796F}">
      <dgm:prSet/>
      <dgm:spPr/>
    </dgm:pt>
    <dgm:pt modelId="{6C7C0B22-92D9-44D4-817D-3C5A6181AEA7}" type="sibTrans" cxnId="{FD4D59F5-B859-415F-83BD-03508FA7796F}">
      <dgm:prSet/>
      <dgm:spPr/>
    </dgm:pt>
    <dgm:pt modelId="{F9B2BCB3-B3B5-44D5-91B2-434AA3F7906F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Clasificación por la función social y finalidad.</a:t>
          </a:r>
        </a:p>
      </dgm:t>
    </dgm:pt>
    <dgm:pt modelId="{4AB66812-5149-4195-A2B6-AE74F0147E79}" type="parTrans" cxnId="{00DE6270-173A-4B02-8EB5-F6F854585FBE}">
      <dgm:prSet/>
      <dgm:spPr/>
    </dgm:pt>
    <dgm:pt modelId="{4F512A91-EF7D-4D72-8301-ED7272BEE77C}" type="sibTrans" cxnId="{00DE6270-173A-4B02-8EB5-F6F854585FBE}">
      <dgm:prSet/>
      <dgm:spPr/>
    </dgm:pt>
    <dgm:pt modelId="{E3C24FDC-210D-4D74-AD8B-AA3DB02EAF0B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Formas jurídicas mercantiles más comunes.</a:t>
          </a:r>
        </a:p>
      </dgm:t>
    </dgm:pt>
    <dgm:pt modelId="{F0D0FB12-E627-426F-92F2-D234C86438EB}" type="parTrans" cxnId="{B01994BA-0F6C-4984-8491-AF5709EB5550}">
      <dgm:prSet/>
      <dgm:spPr/>
    </dgm:pt>
    <dgm:pt modelId="{E6F7BD21-0954-4AA3-AA07-1118F84E28B6}" type="sibTrans" cxnId="{B01994BA-0F6C-4984-8491-AF5709EB5550}">
      <dgm:prSet/>
      <dgm:spPr/>
    </dgm:pt>
    <dgm:pt modelId="{BECDCAD0-18C4-4584-945D-209A700560DE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Formas asociativas de economía solidaria. </a:t>
          </a:r>
        </a:p>
      </dgm:t>
    </dgm:pt>
    <dgm:pt modelId="{CDF28B05-BF9F-4561-9400-7D1178F0DE4E}" type="parTrans" cxnId="{8C58BF2F-8D3D-4986-B7B2-690FDC7A4DF5}">
      <dgm:prSet/>
      <dgm:spPr/>
    </dgm:pt>
    <dgm:pt modelId="{C0147E72-779C-430B-ADCD-BBD59DE0066B}" type="sibTrans" cxnId="{8C58BF2F-8D3D-4986-B7B2-690FDC7A4DF5}">
      <dgm:prSet/>
      <dgm:spPr/>
    </dgm:pt>
    <dgm:pt modelId="{FB634760-BABE-4EDC-98A5-4A01480CF2EF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 dirty="0"/>
            <a:t>Entidades sin ánimo de lucro (ESAL). </a:t>
          </a:r>
        </a:p>
      </dgm:t>
    </dgm:pt>
    <dgm:pt modelId="{30B453DB-380A-47D2-96D7-F205982E7E7D}" type="parTrans" cxnId="{A3A13D1F-A134-4129-AC21-6BD37083DF13}">
      <dgm:prSet/>
      <dgm:spPr/>
    </dgm:pt>
    <dgm:pt modelId="{E5C2D33A-3F4C-4C21-A06C-BE7B3B15E193}" type="sibTrans" cxnId="{A3A13D1F-A134-4129-AC21-6BD37083DF13}">
      <dgm:prSet/>
      <dgm:spPr/>
    </dgm:pt>
    <dgm:pt modelId="{96C153C7-0C02-48F4-9F6A-0566177FA6E6}">
      <dgm:prSet phldrT="[Texto]" phldr="0"/>
      <dgm:spPr/>
      <dgm:t>
        <a:bodyPr/>
        <a:lstStyle/>
        <a:p>
          <a:pPr>
            <a:buFont typeface="+mj-lt"/>
            <a:buAutoNum type="arabicPeriod"/>
          </a:pPr>
          <a:r>
            <a:rPr lang="es-CO"/>
            <a:t>Sociedades BIC como condición de propósito. </a:t>
          </a:r>
          <a:endParaRPr lang="es-CO" dirty="0"/>
        </a:p>
      </dgm:t>
    </dgm:pt>
    <dgm:pt modelId="{735BB9EC-79C3-465A-AEA4-CA678CAD0DA1}" type="parTrans" cxnId="{23E60EDA-97B5-4CB7-B477-233D5484172E}">
      <dgm:prSet/>
      <dgm:spPr/>
    </dgm:pt>
    <dgm:pt modelId="{851C8EC6-B98A-4FB5-AB70-F6B598DDB3D9}" type="sibTrans" cxnId="{23E60EDA-97B5-4CB7-B477-233D5484172E}">
      <dgm:prSet/>
      <dgm:spPr/>
    </dgm:pt>
    <dgm:pt modelId="{D35A3EC6-2451-483A-B915-D0EB1B33F2B2}">
      <dgm:prSet phldrT="[Texto]" phldr="0"/>
      <dgm:spPr/>
      <dgm:t>
        <a:bodyPr/>
        <a:lstStyle/>
        <a:p>
          <a:pPr>
            <a:buNone/>
          </a:pPr>
          <a:r>
            <a:rPr lang="es-CO" b="1" dirty="0"/>
            <a:t>Constitución Política: </a:t>
          </a:r>
          <a:r>
            <a:rPr lang="es-CO" dirty="0"/>
            <a:t>Arts. 333–334.</a:t>
          </a:r>
        </a:p>
      </dgm:t>
    </dgm:pt>
    <dgm:pt modelId="{3998A5DA-9A38-4D37-AD7B-8BA7B083C764}" type="parTrans" cxnId="{276A3285-6B7E-4FDA-AD69-DEF3863D2318}">
      <dgm:prSet/>
      <dgm:spPr/>
    </dgm:pt>
    <dgm:pt modelId="{E9F7C324-A21A-4810-8ECC-C6A5381CC78C}" type="sibTrans" cxnId="{276A3285-6B7E-4FDA-AD69-DEF3863D2318}">
      <dgm:prSet/>
      <dgm:spPr/>
    </dgm:pt>
    <dgm:pt modelId="{990B19BC-EAD2-4215-9D9F-EB53871FC469}">
      <dgm:prSet phldrT="[Texto]" phldr="0"/>
      <dgm:spPr/>
      <dgm:t>
        <a:bodyPr/>
        <a:lstStyle/>
        <a:p>
          <a:pPr>
            <a:buNone/>
          </a:pPr>
          <a:r>
            <a:rPr lang="es-CO" b="1" dirty="0"/>
            <a:t>Código de Comercio (Decreto. 410/1971): </a:t>
          </a:r>
          <a:r>
            <a:rPr lang="es-CO" dirty="0"/>
            <a:t>Art. 25, art. 10, art. 515.</a:t>
          </a:r>
        </a:p>
      </dgm:t>
    </dgm:pt>
    <dgm:pt modelId="{59799F77-5FA1-47D8-A744-BE1529461847}" type="parTrans" cxnId="{C7EDE7A7-2438-42DD-9755-44A1D2429B03}">
      <dgm:prSet/>
      <dgm:spPr/>
    </dgm:pt>
    <dgm:pt modelId="{AF1FD263-7DD6-4F38-B0CE-6861254D7CFD}" type="sibTrans" cxnId="{C7EDE7A7-2438-42DD-9755-44A1D2429B03}">
      <dgm:prSet/>
      <dgm:spPr/>
    </dgm:pt>
    <dgm:pt modelId="{7EF5FEC3-D286-46BC-AA2F-DCE73DF931A0}">
      <dgm:prSet phldrT="[Texto]" phldr="0"/>
      <dgm:spPr/>
      <dgm:t>
        <a:bodyPr/>
        <a:lstStyle/>
        <a:p>
          <a:pPr>
            <a:buNone/>
          </a:pPr>
          <a:r>
            <a:rPr lang="es-CO" b="1" dirty="0"/>
            <a:t>Ley 590/2000 y Ley 905/2004</a:t>
          </a:r>
          <a:endParaRPr lang="es-CO" dirty="0"/>
        </a:p>
      </dgm:t>
    </dgm:pt>
    <dgm:pt modelId="{46ED205B-94AB-4CF2-B85C-3082ED4F7D94}" type="parTrans" cxnId="{756525B3-51B4-4151-B058-0D657D0C0745}">
      <dgm:prSet/>
      <dgm:spPr/>
    </dgm:pt>
    <dgm:pt modelId="{A27391C9-A211-406C-AB4E-5FC5BC7D8FA3}" type="sibTrans" cxnId="{756525B3-51B4-4151-B058-0D657D0C0745}">
      <dgm:prSet/>
      <dgm:spPr/>
    </dgm:pt>
    <dgm:pt modelId="{FF3C1966-B878-48C2-A71F-66018C1E1495}">
      <dgm:prSet phldrT="[Texto]" phldr="0"/>
      <dgm:spPr/>
      <dgm:t>
        <a:bodyPr/>
        <a:lstStyle/>
        <a:p>
          <a:pPr>
            <a:buNone/>
          </a:pPr>
          <a:r>
            <a:rPr lang="es-CO" b="1" dirty="0"/>
            <a:t>Empresa</a:t>
          </a:r>
          <a:endParaRPr lang="es-CO" dirty="0"/>
        </a:p>
      </dgm:t>
    </dgm:pt>
    <dgm:pt modelId="{4BBD2B01-2AE3-436D-8065-5857CF8496BC}" type="parTrans" cxnId="{EF8BD3E0-5093-4B47-9384-15F1F363A33F}">
      <dgm:prSet/>
      <dgm:spPr/>
    </dgm:pt>
    <dgm:pt modelId="{F6208FC4-D468-4827-9377-329DAAE18269}" type="sibTrans" cxnId="{EF8BD3E0-5093-4B47-9384-15F1F363A33F}">
      <dgm:prSet/>
      <dgm:spPr/>
    </dgm:pt>
    <dgm:pt modelId="{D64EEFAC-1EBF-4C26-9040-204EE4D0BB22}">
      <dgm:prSet phldrT="[Texto]" phldr="0"/>
      <dgm:spPr/>
      <dgm:t>
        <a:bodyPr/>
        <a:lstStyle/>
        <a:p>
          <a:pPr>
            <a:buNone/>
          </a:pPr>
          <a:r>
            <a:rPr lang="es-CO" b="1" dirty="0"/>
            <a:t>Comerciante</a:t>
          </a:r>
          <a:endParaRPr lang="es-CO" dirty="0"/>
        </a:p>
      </dgm:t>
    </dgm:pt>
    <dgm:pt modelId="{F6840E26-3CB4-4E17-9DC1-2103183EC53B}" type="parTrans" cxnId="{D7CB0559-1FD2-45CE-9715-066C4B851F7F}">
      <dgm:prSet/>
      <dgm:spPr/>
    </dgm:pt>
    <dgm:pt modelId="{849DC0FD-9BB4-4201-9F0B-A2AC76AD2C08}" type="sibTrans" cxnId="{D7CB0559-1FD2-45CE-9715-066C4B851F7F}">
      <dgm:prSet/>
      <dgm:spPr/>
    </dgm:pt>
    <dgm:pt modelId="{A349499E-3C3F-4393-8A08-F942420F2CC3}">
      <dgm:prSet phldrT="[Texto]" phldr="0"/>
      <dgm:spPr/>
      <dgm:t>
        <a:bodyPr/>
        <a:lstStyle/>
        <a:p>
          <a:pPr>
            <a:buNone/>
          </a:pPr>
          <a:r>
            <a:rPr lang="es-CO" b="1" dirty="0"/>
            <a:t>Establecimiento de comercio</a:t>
          </a:r>
          <a:endParaRPr lang="es-CO" dirty="0"/>
        </a:p>
      </dgm:t>
    </dgm:pt>
    <dgm:pt modelId="{A5093C69-A01E-433F-B2FD-2915BD5512DB}" type="parTrans" cxnId="{7083A23C-359B-42DB-84B0-3787BFB4D558}">
      <dgm:prSet/>
      <dgm:spPr/>
    </dgm:pt>
    <dgm:pt modelId="{EFA334AA-A176-4035-889D-AE9933C01AFA}" type="sibTrans" cxnId="{7083A23C-359B-42DB-84B0-3787BFB4D558}">
      <dgm:prSet/>
      <dgm:spPr/>
    </dgm:pt>
    <dgm:pt modelId="{C754D830-CFA0-460C-823C-A8705A6E3267}">
      <dgm:prSet phldrT="[Texto]" phldr="0"/>
      <dgm:spPr/>
      <dgm:t>
        <a:bodyPr/>
        <a:lstStyle/>
        <a:p>
          <a:pPr>
            <a:buNone/>
          </a:pPr>
          <a:r>
            <a:rPr lang="es-CO" dirty="0"/>
            <a:t>Actividad económica organizada.</a:t>
          </a:r>
        </a:p>
      </dgm:t>
    </dgm:pt>
    <dgm:pt modelId="{BEEABFAE-2A68-4BD8-B886-2DEC83BA3E9A}" type="parTrans" cxnId="{1E2FB7F0-4756-4314-A372-0ED0239A55D8}">
      <dgm:prSet/>
      <dgm:spPr/>
    </dgm:pt>
    <dgm:pt modelId="{9FA97AE8-6320-427A-BEA4-520CF41A27AA}" type="sibTrans" cxnId="{1E2FB7F0-4756-4314-A372-0ED0239A55D8}">
      <dgm:prSet/>
      <dgm:spPr/>
    </dgm:pt>
    <dgm:pt modelId="{B99EC819-6AAE-4CA6-8B20-34178FDD1DC8}">
      <dgm:prSet phldrT="[Texto]" phldr="0"/>
      <dgm:spPr/>
      <dgm:t>
        <a:bodyPr/>
        <a:lstStyle/>
        <a:p>
          <a:pPr>
            <a:buNone/>
          </a:pPr>
          <a:r>
            <a:rPr lang="es-CO" dirty="0"/>
            <a:t>Quien ejerce profesionalmente actividades mercantiles</a:t>
          </a:r>
        </a:p>
      </dgm:t>
    </dgm:pt>
    <dgm:pt modelId="{9364D4D5-351B-4E06-A5FC-F424B9E3AA42}" type="parTrans" cxnId="{28BFF62A-FD22-4240-B49A-1C7C8D4054E9}">
      <dgm:prSet/>
      <dgm:spPr/>
    </dgm:pt>
    <dgm:pt modelId="{A3A549A1-AB64-4284-844F-1069AE64C814}" type="sibTrans" cxnId="{28BFF62A-FD22-4240-B49A-1C7C8D4054E9}">
      <dgm:prSet/>
      <dgm:spPr/>
    </dgm:pt>
    <dgm:pt modelId="{6211B630-0A99-4F26-9E73-28CE0E4B2D0F}">
      <dgm:prSet phldrT="[Texto]" phldr="0"/>
      <dgm:spPr/>
      <dgm:t>
        <a:bodyPr/>
        <a:lstStyle/>
        <a:p>
          <a:pPr>
            <a:buNone/>
          </a:pPr>
          <a:r>
            <a:rPr lang="es-CO" dirty="0"/>
            <a:t>Conjunto de bienes organizados para desarrollar la empresa.</a:t>
          </a:r>
        </a:p>
      </dgm:t>
    </dgm:pt>
    <dgm:pt modelId="{F04CD75B-96C9-4CF5-ADD4-5F563FE2286E}" type="parTrans" cxnId="{A7D4A928-E575-4092-8CA4-2367735F76A1}">
      <dgm:prSet/>
      <dgm:spPr/>
    </dgm:pt>
    <dgm:pt modelId="{145B99A9-5EC5-49AF-85AB-735DB8242B5E}" type="sibTrans" cxnId="{A7D4A928-E575-4092-8CA4-2367735F76A1}">
      <dgm:prSet/>
      <dgm:spPr/>
    </dgm:pt>
    <dgm:pt modelId="{742E6001-FCFA-4A2D-96F0-58AE3726EA88}" type="pres">
      <dgm:prSet presAssocID="{34589123-EF3A-43AC-817D-FF887FDF57F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101365E-6460-4885-8C66-2EF162FA2B06}" type="pres">
      <dgm:prSet presAssocID="{2A17D5E9-98B1-4ED6-8DBA-0F015F00A7C4}" presName="hierRoot1" presStyleCnt="0">
        <dgm:presLayoutVars>
          <dgm:hierBranch val="init"/>
        </dgm:presLayoutVars>
      </dgm:prSet>
      <dgm:spPr/>
    </dgm:pt>
    <dgm:pt modelId="{B560004D-5E70-4D65-B4B1-2479E63ED6C2}" type="pres">
      <dgm:prSet presAssocID="{2A17D5E9-98B1-4ED6-8DBA-0F015F00A7C4}" presName="rootComposite1" presStyleCnt="0"/>
      <dgm:spPr/>
    </dgm:pt>
    <dgm:pt modelId="{DE04C7DA-5D3F-440F-9204-8638D146D7FC}" type="pres">
      <dgm:prSet presAssocID="{2A17D5E9-98B1-4ED6-8DBA-0F015F00A7C4}" presName="rootText1" presStyleLbl="node0" presStyleIdx="0" presStyleCnt="1">
        <dgm:presLayoutVars>
          <dgm:chPref val="3"/>
        </dgm:presLayoutVars>
      </dgm:prSet>
      <dgm:spPr/>
    </dgm:pt>
    <dgm:pt modelId="{6BB5A4B3-787F-4739-B0D4-D73060E74A37}" type="pres">
      <dgm:prSet presAssocID="{2A17D5E9-98B1-4ED6-8DBA-0F015F00A7C4}" presName="rootConnector1" presStyleLbl="node1" presStyleIdx="0" presStyleCnt="0"/>
      <dgm:spPr/>
    </dgm:pt>
    <dgm:pt modelId="{9CD950D9-3CB1-45D9-BA54-9513538ED3D5}" type="pres">
      <dgm:prSet presAssocID="{2A17D5E9-98B1-4ED6-8DBA-0F015F00A7C4}" presName="hierChild2" presStyleCnt="0"/>
      <dgm:spPr/>
    </dgm:pt>
    <dgm:pt modelId="{DD1E285D-8834-493B-985F-F5AB065C9819}" type="pres">
      <dgm:prSet presAssocID="{DEC4C4FD-DA56-4D3F-B196-8DB4CD9F5426}" presName="Name37" presStyleLbl="parChTrans1D2" presStyleIdx="0" presStyleCnt="4"/>
      <dgm:spPr/>
    </dgm:pt>
    <dgm:pt modelId="{E0F261A6-F3EB-42D0-84C5-5FD64945480C}" type="pres">
      <dgm:prSet presAssocID="{1FD3E1B8-2063-4B02-922A-0DC569E23311}" presName="hierRoot2" presStyleCnt="0">
        <dgm:presLayoutVars>
          <dgm:hierBranch val="init"/>
        </dgm:presLayoutVars>
      </dgm:prSet>
      <dgm:spPr/>
    </dgm:pt>
    <dgm:pt modelId="{F4A49B84-C8F6-46C3-817B-60AF49926C33}" type="pres">
      <dgm:prSet presAssocID="{1FD3E1B8-2063-4B02-922A-0DC569E23311}" presName="rootComposite" presStyleCnt="0"/>
      <dgm:spPr/>
    </dgm:pt>
    <dgm:pt modelId="{563A3D89-D3ED-424B-B63F-4BADAB89FFD1}" type="pres">
      <dgm:prSet presAssocID="{1FD3E1B8-2063-4B02-922A-0DC569E23311}" presName="rootText" presStyleLbl="node2" presStyleIdx="0" presStyleCnt="4">
        <dgm:presLayoutVars>
          <dgm:chPref val="3"/>
        </dgm:presLayoutVars>
      </dgm:prSet>
      <dgm:spPr/>
    </dgm:pt>
    <dgm:pt modelId="{854367EA-F3A0-41DC-976C-F7A602B5EE64}" type="pres">
      <dgm:prSet presAssocID="{1FD3E1B8-2063-4B02-922A-0DC569E23311}" presName="rootConnector" presStyleLbl="node2" presStyleIdx="0" presStyleCnt="4"/>
      <dgm:spPr/>
    </dgm:pt>
    <dgm:pt modelId="{EAE51CF5-02A5-4B75-A5F5-7F5AFEE97998}" type="pres">
      <dgm:prSet presAssocID="{1FD3E1B8-2063-4B02-922A-0DC569E23311}" presName="hierChild4" presStyleCnt="0"/>
      <dgm:spPr/>
    </dgm:pt>
    <dgm:pt modelId="{C9DBCDA1-F359-46B5-89E4-A3462CAC8A2B}" type="pres">
      <dgm:prSet presAssocID="{3998A5DA-9A38-4D37-AD7B-8BA7B083C764}" presName="Name37" presStyleLbl="parChTrans1D3" presStyleIdx="0" presStyleCnt="15"/>
      <dgm:spPr/>
    </dgm:pt>
    <dgm:pt modelId="{05C0EC88-791F-4C5A-BD05-B0732537B55B}" type="pres">
      <dgm:prSet presAssocID="{D35A3EC6-2451-483A-B915-D0EB1B33F2B2}" presName="hierRoot2" presStyleCnt="0">
        <dgm:presLayoutVars>
          <dgm:hierBranch val="init"/>
        </dgm:presLayoutVars>
      </dgm:prSet>
      <dgm:spPr/>
    </dgm:pt>
    <dgm:pt modelId="{0E29E0A9-FC7C-42C9-811F-69A3E357BB78}" type="pres">
      <dgm:prSet presAssocID="{D35A3EC6-2451-483A-B915-D0EB1B33F2B2}" presName="rootComposite" presStyleCnt="0"/>
      <dgm:spPr/>
    </dgm:pt>
    <dgm:pt modelId="{36228879-C60E-4406-8960-F4FB697AC483}" type="pres">
      <dgm:prSet presAssocID="{D35A3EC6-2451-483A-B915-D0EB1B33F2B2}" presName="rootText" presStyleLbl="node3" presStyleIdx="0" presStyleCnt="15">
        <dgm:presLayoutVars>
          <dgm:chPref val="3"/>
        </dgm:presLayoutVars>
      </dgm:prSet>
      <dgm:spPr/>
    </dgm:pt>
    <dgm:pt modelId="{14A10670-4F8C-47CF-97F6-7E20324A3F01}" type="pres">
      <dgm:prSet presAssocID="{D35A3EC6-2451-483A-B915-D0EB1B33F2B2}" presName="rootConnector" presStyleLbl="node3" presStyleIdx="0" presStyleCnt="15"/>
      <dgm:spPr/>
    </dgm:pt>
    <dgm:pt modelId="{205ADD38-A05A-461F-A85D-A6C5A05CE9CC}" type="pres">
      <dgm:prSet presAssocID="{D35A3EC6-2451-483A-B915-D0EB1B33F2B2}" presName="hierChild4" presStyleCnt="0"/>
      <dgm:spPr/>
    </dgm:pt>
    <dgm:pt modelId="{697CF9EE-4EDD-48E7-BBDD-47B4922EF496}" type="pres">
      <dgm:prSet presAssocID="{D35A3EC6-2451-483A-B915-D0EB1B33F2B2}" presName="hierChild5" presStyleCnt="0"/>
      <dgm:spPr/>
    </dgm:pt>
    <dgm:pt modelId="{DF2DB764-3746-434B-88C1-29563047A970}" type="pres">
      <dgm:prSet presAssocID="{59799F77-5FA1-47D8-A744-BE1529461847}" presName="Name37" presStyleLbl="parChTrans1D3" presStyleIdx="1" presStyleCnt="15"/>
      <dgm:spPr/>
    </dgm:pt>
    <dgm:pt modelId="{1B6ACFCD-1980-44DC-AF33-23BBD055EA13}" type="pres">
      <dgm:prSet presAssocID="{990B19BC-EAD2-4215-9D9F-EB53871FC469}" presName="hierRoot2" presStyleCnt="0">
        <dgm:presLayoutVars>
          <dgm:hierBranch val="init"/>
        </dgm:presLayoutVars>
      </dgm:prSet>
      <dgm:spPr/>
    </dgm:pt>
    <dgm:pt modelId="{9700B37A-B7DB-49A7-A9D5-3CA3B2C2D2DF}" type="pres">
      <dgm:prSet presAssocID="{990B19BC-EAD2-4215-9D9F-EB53871FC469}" presName="rootComposite" presStyleCnt="0"/>
      <dgm:spPr/>
    </dgm:pt>
    <dgm:pt modelId="{158CA877-1D9E-4A5E-9719-3F2933C7E821}" type="pres">
      <dgm:prSet presAssocID="{990B19BC-EAD2-4215-9D9F-EB53871FC469}" presName="rootText" presStyleLbl="node3" presStyleIdx="1" presStyleCnt="15">
        <dgm:presLayoutVars>
          <dgm:chPref val="3"/>
        </dgm:presLayoutVars>
      </dgm:prSet>
      <dgm:spPr/>
    </dgm:pt>
    <dgm:pt modelId="{9A909BC4-19F4-4FF3-90C6-36D53AA4D141}" type="pres">
      <dgm:prSet presAssocID="{990B19BC-EAD2-4215-9D9F-EB53871FC469}" presName="rootConnector" presStyleLbl="node3" presStyleIdx="1" presStyleCnt="15"/>
      <dgm:spPr/>
    </dgm:pt>
    <dgm:pt modelId="{C80C9C22-5D58-4360-B8FF-D73F04068EC6}" type="pres">
      <dgm:prSet presAssocID="{990B19BC-EAD2-4215-9D9F-EB53871FC469}" presName="hierChild4" presStyleCnt="0"/>
      <dgm:spPr/>
    </dgm:pt>
    <dgm:pt modelId="{24A02BE4-E248-423F-B7D8-A46A473BC7E2}" type="pres">
      <dgm:prSet presAssocID="{990B19BC-EAD2-4215-9D9F-EB53871FC469}" presName="hierChild5" presStyleCnt="0"/>
      <dgm:spPr/>
    </dgm:pt>
    <dgm:pt modelId="{79291C02-482C-444E-A726-98D6EAA08807}" type="pres">
      <dgm:prSet presAssocID="{46ED205B-94AB-4CF2-B85C-3082ED4F7D94}" presName="Name37" presStyleLbl="parChTrans1D3" presStyleIdx="2" presStyleCnt="15"/>
      <dgm:spPr/>
    </dgm:pt>
    <dgm:pt modelId="{9C57D9BA-DDBC-421B-AD53-5D916C2F492E}" type="pres">
      <dgm:prSet presAssocID="{7EF5FEC3-D286-46BC-AA2F-DCE73DF931A0}" presName="hierRoot2" presStyleCnt="0">
        <dgm:presLayoutVars>
          <dgm:hierBranch val="init"/>
        </dgm:presLayoutVars>
      </dgm:prSet>
      <dgm:spPr/>
    </dgm:pt>
    <dgm:pt modelId="{AA93464B-1182-4124-A5FC-5693EDED7961}" type="pres">
      <dgm:prSet presAssocID="{7EF5FEC3-D286-46BC-AA2F-DCE73DF931A0}" presName="rootComposite" presStyleCnt="0"/>
      <dgm:spPr/>
    </dgm:pt>
    <dgm:pt modelId="{50FC2F56-9BD4-404F-85CE-4181DC1403E8}" type="pres">
      <dgm:prSet presAssocID="{7EF5FEC3-D286-46BC-AA2F-DCE73DF931A0}" presName="rootText" presStyleLbl="node3" presStyleIdx="2" presStyleCnt="15">
        <dgm:presLayoutVars>
          <dgm:chPref val="3"/>
        </dgm:presLayoutVars>
      </dgm:prSet>
      <dgm:spPr/>
    </dgm:pt>
    <dgm:pt modelId="{F18A3643-1F4F-41F4-A739-4573747E357B}" type="pres">
      <dgm:prSet presAssocID="{7EF5FEC3-D286-46BC-AA2F-DCE73DF931A0}" presName="rootConnector" presStyleLbl="node3" presStyleIdx="2" presStyleCnt="15"/>
      <dgm:spPr/>
    </dgm:pt>
    <dgm:pt modelId="{F5758FC5-2AB4-47B8-9E3B-99AF8CB46F25}" type="pres">
      <dgm:prSet presAssocID="{7EF5FEC3-D286-46BC-AA2F-DCE73DF931A0}" presName="hierChild4" presStyleCnt="0"/>
      <dgm:spPr/>
    </dgm:pt>
    <dgm:pt modelId="{19DE14B6-15D8-4B22-B8E0-FB80365ABAD7}" type="pres">
      <dgm:prSet presAssocID="{7EF5FEC3-D286-46BC-AA2F-DCE73DF931A0}" presName="hierChild5" presStyleCnt="0"/>
      <dgm:spPr/>
    </dgm:pt>
    <dgm:pt modelId="{BCA5D47E-DFBF-4D6B-8321-4C0CA9509A68}" type="pres">
      <dgm:prSet presAssocID="{1FD3E1B8-2063-4B02-922A-0DC569E23311}" presName="hierChild5" presStyleCnt="0"/>
      <dgm:spPr/>
    </dgm:pt>
    <dgm:pt modelId="{93CDCE49-DBE1-420B-83CC-658946CF9DC0}" type="pres">
      <dgm:prSet presAssocID="{E6E8D1DE-2991-46D2-9B78-A54A026503D5}" presName="Name37" presStyleLbl="parChTrans1D2" presStyleIdx="1" presStyleCnt="4"/>
      <dgm:spPr/>
    </dgm:pt>
    <dgm:pt modelId="{35275DA1-5BB5-46B0-95AB-8807C3D1AC4A}" type="pres">
      <dgm:prSet presAssocID="{F3711472-B2B5-46D5-8204-C8274734584B}" presName="hierRoot2" presStyleCnt="0">
        <dgm:presLayoutVars>
          <dgm:hierBranch val="init"/>
        </dgm:presLayoutVars>
      </dgm:prSet>
      <dgm:spPr/>
    </dgm:pt>
    <dgm:pt modelId="{5AE052FF-7D4C-4DF1-9DA8-EE6CC6CB8263}" type="pres">
      <dgm:prSet presAssocID="{F3711472-B2B5-46D5-8204-C8274734584B}" presName="rootComposite" presStyleCnt="0"/>
      <dgm:spPr/>
    </dgm:pt>
    <dgm:pt modelId="{62E4767A-D6DA-4199-A5FD-CD5B69D286AF}" type="pres">
      <dgm:prSet presAssocID="{F3711472-B2B5-46D5-8204-C8274734584B}" presName="rootText" presStyleLbl="node2" presStyleIdx="1" presStyleCnt="4">
        <dgm:presLayoutVars>
          <dgm:chPref val="3"/>
        </dgm:presLayoutVars>
      </dgm:prSet>
      <dgm:spPr/>
    </dgm:pt>
    <dgm:pt modelId="{6F61CC1A-2220-4607-8763-FCC6A367EF48}" type="pres">
      <dgm:prSet presAssocID="{F3711472-B2B5-46D5-8204-C8274734584B}" presName="rootConnector" presStyleLbl="node2" presStyleIdx="1" presStyleCnt="4"/>
      <dgm:spPr/>
    </dgm:pt>
    <dgm:pt modelId="{D769B68A-6F80-4B6A-8672-9CAC089CCB20}" type="pres">
      <dgm:prSet presAssocID="{F3711472-B2B5-46D5-8204-C8274734584B}" presName="hierChild4" presStyleCnt="0"/>
      <dgm:spPr/>
    </dgm:pt>
    <dgm:pt modelId="{5DA314C5-7A92-4587-83E0-34D5C983F48C}" type="pres">
      <dgm:prSet presAssocID="{4BBD2B01-2AE3-436D-8065-5857CF8496BC}" presName="Name37" presStyleLbl="parChTrans1D3" presStyleIdx="3" presStyleCnt="15"/>
      <dgm:spPr/>
    </dgm:pt>
    <dgm:pt modelId="{9EED7D84-9F4A-46A2-9F06-95C69FD531E9}" type="pres">
      <dgm:prSet presAssocID="{FF3C1966-B878-48C2-A71F-66018C1E1495}" presName="hierRoot2" presStyleCnt="0">
        <dgm:presLayoutVars>
          <dgm:hierBranch val="init"/>
        </dgm:presLayoutVars>
      </dgm:prSet>
      <dgm:spPr/>
    </dgm:pt>
    <dgm:pt modelId="{E430EE18-1ABC-4E52-9686-45EBBED8F2F9}" type="pres">
      <dgm:prSet presAssocID="{FF3C1966-B878-48C2-A71F-66018C1E1495}" presName="rootComposite" presStyleCnt="0"/>
      <dgm:spPr/>
    </dgm:pt>
    <dgm:pt modelId="{7D80E028-E6A7-4437-BD6F-D95A7A45A7A0}" type="pres">
      <dgm:prSet presAssocID="{FF3C1966-B878-48C2-A71F-66018C1E1495}" presName="rootText" presStyleLbl="node3" presStyleIdx="3" presStyleCnt="15">
        <dgm:presLayoutVars>
          <dgm:chPref val="3"/>
        </dgm:presLayoutVars>
      </dgm:prSet>
      <dgm:spPr/>
    </dgm:pt>
    <dgm:pt modelId="{C9FA6379-E460-46F2-AF99-30C438A6E472}" type="pres">
      <dgm:prSet presAssocID="{FF3C1966-B878-48C2-A71F-66018C1E1495}" presName="rootConnector" presStyleLbl="node3" presStyleIdx="3" presStyleCnt="15"/>
      <dgm:spPr/>
    </dgm:pt>
    <dgm:pt modelId="{F7D044E5-C506-45DF-84C8-1A2B0C072BE8}" type="pres">
      <dgm:prSet presAssocID="{FF3C1966-B878-48C2-A71F-66018C1E1495}" presName="hierChild4" presStyleCnt="0"/>
      <dgm:spPr/>
    </dgm:pt>
    <dgm:pt modelId="{082E48E0-28CE-47BE-A948-6551A56292D5}" type="pres">
      <dgm:prSet presAssocID="{BEEABFAE-2A68-4BD8-B886-2DEC83BA3E9A}" presName="Name37" presStyleLbl="parChTrans1D4" presStyleIdx="0" presStyleCnt="3"/>
      <dgm:spPr/>
    </dgm:pt>
    <dgm:pt modelId="{C9C2B3FA-B183-4822-BB70-BC4DC9354BC0}" type="pres">
      <dgm:prSet presAssocID="{C754D830-CFA0-460C-823C-A8705A6E3267}" presName="hierRoot2" presStyleCnt="0">
        <dgm:presLayoutVars>
          <dgm:hierBranch val="init"/>
        </dgm:presLayoutVars>
      </dgm:prSet>
      <dgm:spPr/>
    </dgm:pt>
    <dgm:pt modelId="{ADD4602E-C58B-4CCD-9C41-9FEF9B620CD2}" type="pres">
      <dgm:prSet presAssocID="{C754D830-CFA0-460C-823C-A8705A6E3267}" presName="rootComposite" presStyleCnt="0"/>
      <dgm:spPr/>
    </dgm:pt>
    <dgm:pt modelId="{DE43E62C-14EB-4216-851B-C2168C58C126}" type="pres">
      <dgm:prSet presAssocID="{C754D830-CFA0-460C-823C-A8705A6E3267}" presName="rootText" presStyleLbl="node4" presStyleIdx="0" presStyleCnt="3">
        <dgm:presLayoutVars>
          <dgm:chPref val="3"/>
        </dgm:presLayoutVars>
      </dgm:prSet>
      <dgm:spPr/>
    </dgm:pt>
    <dgm:pt modelId="{60171B4F-F2A5-42FE-B774-66C50B609FAE}" type="pres">
      <dgm:prSet presAssocID="{C754D830-CFA0-460C-823C-A8705A6E3267}" presName="rootConnector" presStyleLbl="node4" presStyleIdx="0" presStyleCnt="3"/>
      <dgm:spPr/>
    </dgm:pt>
    <dgm:pt modelId="{145330C0-FB33-4A16-9CFD-618803087DE5}" type="pres">
      <dgm:prSet presAssocID="{C754D830-CFA0-460C-823C-A8705A6E3267}" presName="hierChild4" presStyleCnt="0"/>
      <dgm:spPr/>
    </dgm:pt>
    <dgm:pt modelId="{E8A35F5D-99FE-4C37-8B47-5E704813BDA4}" type="pres">
      <dgm:prSet presAssocID="{C754D830-CFA0-460C-823C-A8705A6E3267}" presName="hierChild5" presStyleCnt="0"/>
      <dgm:spPr/>
    </dgm:pt>
    <dgm:pt modelId="{0CDE836D-83A0-4E4A-B67F-5206CF54A1DF}" type="pres">
      <dgm:prSet presAssocID="{FF3C1966-B878-48C2-A71F-66018C1E1495}" presName="hierChild5" presStyleCnt="0"/>
      <dgm:spPr/>
    </dgm:pt>
    <dgm:pt modelId="{A75A9C4F-FB43-45AF-858A-99F3430AEA4F}" type="pres">
      <dgm:prSet presAssocID="{F6840E26-3CB4-4E17-9DC1-2103183EC53B}" presName="Name37" presStyleLbl="parChTrans1D3" presStyleIdx="4" presStyleCnt="15"/>
      <dgm:spPr/>
    </dgm:pt>
    <dgm:pt modelId="{3609B58A-9FB5-4C64-9549-39F2C1414F9C}" type="pres">
      <dgm:prSet presAssocID="{D64EEFAC-1EBF-4C26-9040-204EE4D0BB22}" presName="hierRoot2" presStyleCnt="0">
        <dgm:presLayoutVars>
          <dgm:hierBranch val="init"/>
        </dgm:presLayoutVars>
      </dgm:prSet>
      <dgm:spPr/>
    </dgm:pt>
    <dgm:pt modelId="{FBFEEC62-8AAD-4BB7-BE45-F23F1C433DDE}" type="pres">
      <dgm:prSet presAssocID="{D64EEFAC-1EBF-4C26-9040-204EE4D0BB22}" presName="rootComposite" presStyleCnt="0"/>
      <dgm:spPr/>
    </dgm:pt>
    <dgm:pt modelId="{310BE40B-59F7-4660-8367-98CD8B61916B}" type="pres">
      <dgm:prSet presAssocID="{D64EEFAC-1EBF-4C26-9040-204EE4D0BB22}" presName="rootText" presStyleLbl="node3" presStyleIdx="4" presStyleCnt="15">
        <dgm:presLayoutVars>
          <dgm:chPref val="3"/>
        </dgm:presLayoutVars>
      </dgm:prSet>
      <dgm:spPr/>
    </dgm:pt>
    <dgm:pt modelId="{5EC5E701-2252-411E-B922-D62225C79B33}" type="pres">
      <dgm:prSet presAssocID="{D64EEFAC-1EBF-4C26-9040-204EE4D0BB22}" presName="rootConnector" presStyleLbl="node3" presStyleIdx="4" presStyleCnt="15"/>
      <dgm:spPr/>
    </dgm:pt>
    <dgm:pt modelId="{BEDD3EF8-96D2-4654-B737-DA4AFA5FDC1B}" type="pres">
      <dgm:prSet presAssocID="{D64EEFAC-1EBF-4C26-9040-204EE4D0BB22}" presName="hierChild4" presStyleCnt="0"/>
      <dgm:spPr/>
    </dgm:pt>
    <dgm:pt modelId="{CCDFD3BA-F133-4868-BAE6-80E946A0DDDB}" type="pres">
      <dgm:prSet presAssocID="{9364D4D5-351B-4E06-A5FC-F424B9E3AA42}" presName="Name37" presStyleLbl="parChTrans1D4" presStyleIdx="1" presStyleCnt="3"/>
      <dgm:spPr/>
    </dgm:pt>
    <dgm:pt modelId="{95E9F571-D66A-44F5-A60D-A8D5F359911D}" type="pres">
      <dgm:prSet presAssocID="{B99EC819-6AAE-4CA6-8B20-34178FDD1DC8}" presName="hierRoot2" presStyleCnt="0">
        <dgm:presLayoutVars>
          <dgm:hierBranch val="init"/>
        </dgm:presLayoutVars>
      </dgm:prSet>
      <dgm:spPr/>
    </dgm:pt>
    <dgm:pt modelId="{ED109708-D33F-403C-9FA0-7C1CBB2F8CAB}" type="pres">
      <dgm:prSet presAssocID="{B99EC819-6AAE-4CA6-8B20-34178FDD1DC8}" presName="rootComposite" presStyleCnt="0"/>
      <dgm:spPr/>
    </dgm:pt>
    <dgm:pt modelId="{0F868D3D-CB75-4BDD-AFC2-F67135C274FC}" type="pres">
      <dgm:prSet presAssocID="{B99EC819-6AAE-4CA6-8B20-34178FDD1DC8}" presName="rootText" presStyleLbl="node4" presStyleIdx="1" presStyleCnt="3">
        <dgm:presLayoutVars>
          <dgm:chPref val="3"/>
        </dgm:presLayoutVars>
      </dgm:prSet>
      <dgm:spPr/>
    </dgm:pt>
    <dgm:pt modelId="{A158CF17-E332-45A4-B3FC-7B4C19ED970E}" type="pres">
      <dgm:prSet presAssocID="{B99EC819-6AAE-4CA6-8B20-34178FDD1DC8}" presName="rootConnector" presStyleLbl="node4" presStyleIdx="1" presStyleCnt="3"/>
      <dgm:spPr/>
    </dgm:pt>
    <dgm:pt modelId="{F576693F-CB84-4387-8688-67E6318E4A38}" type="pres">
      <dgm:prSet presAssocID="{B99EC819-6AAE-4CA6-8B20-34178FDD1DC8}" presName="hierChild4" presStyleCnt="0"/>
      <dgm:spPr/>
    </dgm:pt>
    <dgm:pt modelId="{FF2D9B0B-95B9-4BCD-964C-B47924CDE8C2}" type="pres">
      <dgm:prSet presAssocID="{B99EC819-6AAE-4CA6-8B20-34178FDD1DC8}" presName="hierChild5" presStyleCnt="0"/>
      <dgm:spPr/>
    </dgm:pt>
    <dgm:pt modelId="{74FEF233-1705-4BC9-B20C-3EF922015CD3}" type="pres">
      <dgm:prSet presAssocID="{D64EEFAC-1EBF-4C26-9040-204EE4D0BB22}" presName="hierChild5" presStyleCnt="0"/>
      <dgm:spPr/>
    </dgm:pt>
    <dgm:pt modelId="{57549DF3-1C6B-4095-8BC0-DEDBA40D70D9}" type="pres">
      <dgm:prSet presAssocID="{A5093C69-A01E-433F-B2FD-2915BD5512DB}" presName="Name37" presStyleLbl="parChTrans1D3" presStyleIdx="5" presStyleCnt="15"/>
      <dgm:spPr/>
    </dgm:pt>
    <dgm:pt modelId="{1A09382D-3682-499C-89F3-507CFB5604CA}" type="pres">
      <dgm:prSet presAssocID="{A349499E-3C3F-4393-8A08-F942420F2CC3}" presName="hierRoot2" presStyleCnt="0">
        <dgm:presLayoutVars>
          <dgm:hierBranch val="init"/>
        </dgm:presLayoutVars>
      </dgm:prSet>
      <dgm:spPr/>
    </dgm:pt>
    <dgm:pt modelId="{2B4230BC-7782-4271-BF6F-E8BA6A4B4C70}" type="pres">
      <dgm:prSet presAssocID="{A349499E-3C3F-4393-8A08-F942420F2CC3}" presName="rootComposite" presStyleCnt="0"/>
      <dgm:spPr/>
    </dgm:pt>
    <dgm:pt modelId="{ED596E45-1693-425D-BE7D-0389124BE53C}" type="pres">
      <dgm:prSet presAssocID="{A349499E-3C3F-4393-8A08-F942420F2CC3}" presName="rootText" presStyleLbl="node3" presStyleIdx="5" presStyleCnt="15">
        <dgm:presLayoutVars>
          <dgm:chPref val="3"/>
        </dgm:presLayoutVars>
      </dgm:prSet>
      <dgm:spPr/>
    </dgm:pt>
    <dgm:pt modelId="{74A602C2-6C1A-416B-94CE-26BE964A733F}" type="pres">
      <dgm:prSet presAssocID="{A349499E-3C3F-4393-8A08-F942420F2CC3}" presName="rootConnector" presStyleLbl="node3" presStyleIdx="5" presStyleCnt="15"/>
      <dgm:spPr/>
    </dgm:pt>
    <dgm:pt modelId="{6FF10619-9288-4BD1-84B3-8A1800DD9BF8}" type="pres">
      <dgm:prSet presAssocID="{A349499E-3C3F-4393-8A08-F942420F2CC3}" presName="hierChild4" presStyleCnt="0"/>
      <dgm:spPr/>
    </dgm:pt>
    <dgm:pt modelId="{D6A7A4DE-88A6-41F1-A106-813152AA03C6}" type="pres">
      <dgm:prSet presAssocID="{F04CD75B-96C9-4CF5-ADD4-5F563FE2286E}" presName="Name37" presStyleLbl="parChTrans1D4" presStyleIdx="2" presStyleCnt="3"/>
      <dgm:spPr/>
    </dgm:pt>
    <dgm:pt modelId="{07F56A3C-C767-4D42-A665-C148509437D6}" type="pres">
      <dgm:prSet presAssocID="{6211B630-0A99-4F26-9E73-28CE0E4B2D0F}" presName="hierRoot2" presStyleCnt="0">
        <dgm:presLayoutVars>
          <dgm:hierBranch val="init"/>
        </dgm:presLayoutVars>
      </dgm:prSet>
      <dgm:spPr/>
    </dgm:pt>
    <dgm:pt modelId="{2B833413-12AF-4BA9-AD21-4E40631506F6}" type="pres">
      <dgm:prSet presAssocID="{6211B630-0A99-4F26-9E73-28CE0E4B2D0F}" presName="rootComposite" presStyleCnt="0"/>
      <dgm:spPr/>
    </dgm:pt>
    <dgm:pt modelId="{26BFE972-553E-442E-8D51-E6AD25D7A54C}" type="pres">
      <dgm:prSet presAssocID="{6211B630-0A99-4F26-9E73-28CE0E4B2D0F}" presName="rootText" presStyleLbl="node4" presStyleIdx="2" presStyleCnt="3">
        <dgm:presLayoutVars>
          <dgm:chPref val="3"/>
        </dgm:presLayoutVars>
      </dgm:prSet>
      <dgm:spPr/>
    </dgm:pt>
    <dgm:pt modelId="{AF6AD0F4-7763-4693-9F2E-6EEC96E9EE53}" type="pres">
      <dgm:prSet presAssocID="{6211B630-0A99-4F26-9E73-28CE0E4B2D0F}" presName="rootConnector" presStyleLbl="node4" presStyleIdx="2" presStyleCnt="3"/>
      <dgm:spPr/>
    </dgm:pt>
    <dgm:pt modelId="{B997A662-18F7-4A0E-A959-EFDA7A1DE5CC}" type="pres">
      <dgm:prSet presAssocID="{6211B630-0A99-4F26-9E73-28CE0E4B2D0F}" presName="hierChild4" presStyleCnt="0"/>
      <dgm:spPr/>
    </dgm:pt>
    <dgm:pt modelId="{AFE44DCA-B2A9-4AB1-9421-91F379C3331C}" type="pres">
      <dgm:prSet presAssocID="{6211B630-0A99-4F26-9E73-28CE0E4B2D0F}" presName="hierChild5" presStyleCnt="0"/>
      <dgm:spPr/>
    </dgm:pt>
    <dgm:pt modelId="{77A08635-75C3-4D8F-A141-1FB97A1B1091}" type="pres">
      <dgm:prSet presAssocID="{A349499E-3C3F-4393-8A08-F942420F2CC3}" presName="hierChild5" presStyleCnt="0"/>
      <dgm:spPr/>
    </dgm:pt>
    <dgm:pt modelId="{7A183EB5-E72E-4370-A8CA-4B6131E89F3B}" type="pres">
      <dgm:prSet presAssocID="{F3711472-B2B5-46D5-8204-C8274734584B}" presName="hierChild5" presStyleCnt="0"/>
      <dgm:spPr/>
    </dgm:pt>
    <dgm:pt modelId="{6581F606-7A7C-4DD4-92A8-0DF1AE2FF641}" type="pres">
      <dgm:prSet presAssocID="{1A60178A-C1F0-48AE-A8D6-FCB5922C0940}" presName="Name37" presStyleLbl="parChTrans1D2" presStyleIdx="2" presStyleCnt="4"/>
      <dgm:spPr/>
    </dgm:pt>
    <dgm:pt modelId="{6B50A8DD-3BD8-4880-92F5-7C7118F79083}" type="pres">
      <dgm:prSet presAssocID="{49E4A9B6-E3CF-4266-B141-DC4DDA735A3A}" presName="hierRoot2" presStyleCnt="0">
        <dgm:presLayoutVars>
          <dgm:hierBranch val="init"/>
        </dgm:presLayoutVars>
      </dgm:prSet>
      <dgm:spPr/>
    </dgm:pt>
    <dgm:pt modelId="{57123E7A-D5A7-4EC4-8741-06C3A41EA5BC}" type="pres">
      <dgm:prSet presAssocID="{49E4A9B6-E3CF-4266-B141-DC4DDA735A3A}" presName="rootComposite" presStyleCnt="0"/>
      <dgm:spPr/>
    </dgm:pt>
    <dgm:pt modelId="{2061AB7C-EA5A-4C5A-8BF8-F0529E94F18A}" type="pres">
      <dgm:prSet presAssocID="{49E4A9B6-E3CF-4266-B141-DC4DDA735A3A}" presName="rootText" presStyleLbl="node2" presStyleIdx="2" presStyleCnt="4">
        <dgm:presLayoutVars>
          <dgm:chPref val="3"/>
        </dgm:presLayoutVars>
      </dgm:prSet>
      <dgm:spPr/>
    </dgm:pt>
    <dgm:pt modelId="{FEA2E091-7712-43BE-B2E0-12F5D9B1D289}" type="pres">
      <dgm:prSet presAssocID="{49E4A9B6-E3CF-4266-B141-DC4DDA735A3A}" presName="rootConnector" presStyleLbl="node2" presStyleIdx="2" presStyleCnt="4"/>
      <dgm:spPr/>
    </dgm:pt>
    <dgm:pt modelId="{B0FFACC6-7E0B-490C-9789-78EE2CAAEF27}" type="pres">
      <dgm:prSet presAssocID="{49E4A9B6-E3CF-4266-B141-DC4DDA735A3A}" presName="hierChild4" presStyleCnt="0"/>
      <dgm:spPr/>
    </dgm:pt>
    <dgm:pt modelId="{134FBE3C-6CED-4D0A-8DF5-043D12089F82}" type="pres">
      <dgm:prSet presAssocID="{24A56676-C549-4999-A4DD-CA427205470E}" presName="Name37" presStyleLbl="parChTrans1D3" presStyleIdx="6" presStyleCnt="15"/>
      <dgm:spPr/>
    </dgm:pt>
    <dgm:pt modelId="{C68D02BC-9A3A-4954-A860-23E69A623F95}" type="pres">
      <dgm:prSet presAssocID="{AD6C1387-0094-4E8D-8568-E44242FFD7B4}" presName="hierRoot2" presStyleCnt="0">
        <dgm:presLayoutVars>
          <dgm:hierBranch val="init"/>
        </dgm:presLayoutVars>
      </dgm:prSet>
      <dgm:spPr/>
    </dgm:pt>
    <dgm:pt modelId="{4A7A446E-3DFB-4261-B1B7-4ACA14A3C2C4}" type="pres">
      <dgm:prSet presAssocID="{AD6C1387-0094-4E8D-8568-E44242FFD7B4}" presName="rootComposite" presStyleCnt="0"/>
      <dgm:spPr/>
    </dgm:pt>
    <dgm:pt modelId="{B1753C3E-95D3-45DD-9E66-6E07298910A8}" type="pres">
      <dgm:prSet presAssocID="{AD6C1387-0094-4E8D-8568-E44242FFD7B4}" presName="rootText" presStyleLbl="node3" presStyleIdx="6" presStyleCnt="15">
        <dgm:presLayoutVars>
          <dgm:chPref val="3"/>
        </dgm:presLayoutVars>
      </dgm:prSet>
      <dgm:spPr/>
    </dgm:pt>
    <dgm:pt modelId="{EF7FFF15-0486-4841-8CEA-2CB5B4AABCC7}" type="pres">
      <dgm:prSet presAssocID="{AD6C1387-0094-4E8D-8568-E44242FFD7B4}" presName="rootConnector" presStyleLbl="node3" presStyleIdx="6" presStyleCnt="15"/>
      <dgm:spPr/>
    </dgm:pt>
    <dgm:pt modelId="{59040646-8976-44BF-B456-E9F30B3E694D}" type="pres">
      <dgm:prSet presAssocID="{AD6C1387-0094-4E8D-8568-E44242FFD7B4}" presName="hierChild4" presStyleCnt="0"/>
      <dgm:spPr/>
    </dgm:pt>
    <dgm:pt modelId="{0D0C9A97-B0D0-46F4-B209-19C4373CF15A}" type="pres">
      <dgm:prSet presAssocID="{AD6C1387-0094-4E8D-8568-E44242FFD7B4}" presName="hierChild5" presStyleCnt="0"/>
      <dgm:spPr/>
    </dgm:pt>
    <dgm:pt modelId="{E3EE5DCA-ACFE-438D-A8F8-659676F38E65}" type="pres">
      <dgm:prSet presAssocID="{65C0608C-980C-419F-9EDF-884635A9472B}" presName="Name37" presStyleLbl="parChTrans1D3" presStyleIdx="7" presStyleCnt="15"/>
      <dgm:spPr/>
    </dgm:pt>
    <dgm:pt modelId="{770A0E2E-465E-44EF-9792-9CED16EFDFE9}" type="pres">
      <dgm:prSet presAssocID="{49D42219-9660-4C3E-A4C3-EE8155DF3353}" presName="hierRoot2" presStyleCnt="0">
        <dgm:presLayoutVars>
          <dgm:hierBranch val="init"/>
        </dgm:presLayoutVars>
      </dgm:prSet>
      <dgm:spPr/>
    </dgm:pt>
    <dgm:pt modelId="{D805F423-DEB6-4F7F-A852-42CAEBF277B9}" type="pres">
      <dgm:prSet presAssocID="{49D42219-9660-4C3E-A4C3-EE8155DF3353}" presName="rootComposite" presStyleCnt="0"/>
      <dgm:spPr/>
    </dgm:pt>
    <dgm:pt modelId="{7988BB70-C28D-49C9-8E13-ED161CFA688D}" type="pres">
      <dgm:prSet presAssocID="{49D42219-9660-4C3E-A4C3-EE8155DF3353}" presName="rootText" presStyleLbl="node3" presStyleIdx="7" presStyleCnt="15">
        <dgm:presLayoutVars>
          <dgm:chPref val="3"/>
        </dgm:presLayoutVars>
      </dgm:prSet>
      <dgm:spPr/>
    </dgm:pt>
    <dgm:pt modelId="{13E680A9-800B-4E6B-97EC-B3E811CA0FCA}" type="pres">
      <dgm:prSet presAssocID="{49D42219-9660-4C3E-A4C3-EE8155DF3353}" presName="rootConnector" presStyleLbl="node3" presStyleIdx="7" presStyleCnt="15"/>
      <dgm:spPr/>
    </dgm:pt>
    <dgm:pt modelId="{6A4D4354-60E1-4479-8513-7B93C56D6914}" type="pres">
      <dgm:prSet presAssocID="{49D42219-9660-4C3E-A4C3-EE8155DF3353}" presName="hierChild4" presStyleCnt="0"/>
      <dgm:spPr/>
    </dgm:pt>
    <dgm:pt modelId="{4D58757E-E471-4081-A582-05F3962B55D3}" type="pres">
      <dgm:prSet presAssocID="{49D42219-9660-4C3E-A4C3-EE8155DF3353}" presName="hierChild5" presStyleCnt="0"/>
      <dgm:spPr/>
    </dgm:pt>
    <dgm:pt modelId="{2440D4C2-6E0B-485B-BEC1-03EC7E0E9EE6}" type="pres">
      <dgm:prSet presAssocID="{1769E509-B7A2-449A-9DF8-55A95CE11188}" presName="Name37" presStyleLbl="parChTrans1D3" presStyleIdx="8" presStyleCnt="15"/>
      <dgm:spPr/>
    </dgm:pt>
    <dgm:pt modelId="{83F9BD65-CD43-4E1C-B747-67D5D52C2865}" type="pres">
      <dgm:prSet presAssocID="{71BC71BA-87AF-42E6-B299-57524DE4204B}" presName="hierRoot2" presStyleCnt="0">
        <dgm:presLayoutVars>
          <dgm:hierBranch val="init"/>
        </dgm:presLayoutVars>
      </dgm:prSet>
      <dgm:spPr/>
    </dgm:pt>
    <dgm:pt modelId="{A8AB4635-6457-4965-BFDA-359F0E7A139B}" type="pres">
      <dgm:prSet presAssocID="{71BC71BA-87AF-42E6-B299-57524DE4204B}" presName="rootComposite" presStyleCnt="0"/>
      <dgm:spPr/>
    </dgm:pt>
    <dgm:pt modelId="{7AEE7946-91A8-4181-8C4B-B753DE200DF3}" type="pres">
      <dgm:prSet presAssocID="{71BC71BA-87AF-42E6-B299-57524DE4204B}" presName="rootText" presStyleLbl="node3" presStyleIdx="8" presStyleCnt="15">
        <dgm:presLayoutVars>
          <dgm:chPref val="3"/>
        </dgm:presLayoutVars>
      </dgm:prSet>
      <dgm:spPr/>
    </dgm:pt>
    <dgm:pt modelId="{7370EB7D-B93A-44C7-AA51-266FF5A0CAA4}" type="pres">
      <dgm:prSet presAssocID="{71BC71BA-87AF-42E6-B299-57524DE4204B}" presName="rootConnector" presStyleLbl="node3" presStyleIdx="8" presStyleCnt="15"/>
      <dgm:spPr/>
    </dgm:pt>
    <dgm:pt modelId="{9F0F9A3D-CC95-4BE7-B2D1-DC0AACBE7F30}" type="pres">
      <dgm:prSet presAssocID="{71BC71BA-87AF-42E6-B299-57524DE4204B}" presName="hierChild4" presStyleCnt="0"/>
      <dgm:spPr/>
    </dgm:pt>
    <dgm:pt modelId="{059CAD87-87FF-487F-8C9A-CA71E93C81E6}" type="pres">
      <dgm:prSet presAssocID="{71BC71BA-87AF-42E6-B299-57524DE4204B}" presName="hierChild5" presStyleCnt="0"/>
      <dgm:spPr/>
    </dgm:pt>
    <dgm:pt modelId="{4AC76972-2747-4A10-902D-2EA63980C219}" type="pres">
      <dgm:prSet presAssocID="{49E4A9B6-E3CF-4266-B141-DC4DDA735A3A}" presName="hierChild5" presStyleCnt="0"/>
      <dgm:spPr/>
    </dgm:pt>
    <dgm:pt modelId="{D399F259-502A-4160-9CF3-C607CC0DA699}" type="pres">
      <dgm:prSet presAssocID="{4FD89D3D-F3C2-4368-A4BC-38D766AF145C}" presName="Name37" presStyleLbl="parChTrans1D2" presStyleIdx="3" presStyleCnt="4"/>
      <dgm:spPr/>
    </dgm:pt>
    <dgm:pt modelId="{5AC575AE-6529-4E2C-BAA1-9BE55AA56193}" type="pres">
      <dgm:prSet presAssocID="{D9E8DBCD-13FE-4E77-9E9A-9E5FC9907599}" presName="hierRoot2" presStyleCnt="0">
        <dgm:presLayoutVars>
          <dgm:hierBranch val="init"/>
        </dgm:presLayoutVars>
      </dgm:prSet>
      <dgm:spPr/>
    </dgm:pt>
    <dgm:pt modelId="{5AA2A2E9-0570-4CA8-AF98-6091E531CEC5}" type="pres">
      <dgm:prSet presAssocID="{D9E8DBCD-13FE-4E77-9E9A-9E5FC9907599}" presName="rootComposite" presStyleCnt="0"/>
      <dgm:spPr/>
    </dgm:pt>
    <dgm:pt modelId="{2CD42977-8E8A-4208-9FA9-1BEF57D59EC8}" type="pres">
      <dgm:prSet presAssocID="{D9E8DBCD-13FE-4E77-9E9A-9E5FC9907599}" presName="rootText" presStyleLbl="node2" presStyleIdx="3" presStyleCnt="4">
        <dgm:presLayoutVars>
          <dgm:chPref val="3"/>
        </dgm:presLayoutVars>
      </dgm:prSet>
      <dgm:spPr/>
    </dgm:pt>
    <dgm:pt modelId="{8CAB4933-4C05-4091-A0CA-2B77EF63290E}" type="pres">
      <dgm:prSet presAssocID="{D9E8DBCD-13FE-4E77-9E9A-9E5FC9907599}" presName="rootConnector" presStyleLbl="node2" presStyleIdx="3" presStyleCnt="4"/>
      <dgm:spPr/>
    </dgm:pt>
    <dgm:pt modelId="{EB08D8D2-84A6-4B06-A160-1199540AB1A2}" type="pres">
      <dgm:prSet presAssocID="{D9E8DBCD-13FE-4E77-9E9A-9E5FC9907599}" presName="hierChild4" presStyleCnt="0"/>
      <dgm:spPr/>
    </dgm:pt>
    <dgm:pt modelId="{6BA1CE8A-F09C-4C16-99F8-BA065A5330DC}" type="pres">
      <dgm:prSet presAssocID="{F4884643-8F53-43C5-8163-BCC39A76B487}" presName="Name37" presStyleLbl="parChTrans1D3" presStyleIdx="9" presStyleCnt="15"/>
      <dgm:spPr/>
    </dgm:pt>
    <dgm:pt modelId="{A8093A42-F538-4F6D-939B-997AC3565921}" type="pres">
      <dgm:prSet presAssocID="{C0B6BB88-1974-4A56-98F2-CF94D8411C3C}" presName="hierRoot2" presStyleCnt="0">
        <dgm:presLayoutVars>
          <dgm:hierBranch val="init"/>
        </dgm:presLayoutVars>
      </dgm:prSet>
      <dgm:spPr/>
    </dgm:pt>
    <dgm:pt modelId="{CD309D6E-C6B2-4EC1-89AD-15750C4487F1}" type="pres">
      <dgm:prSet presAssocID="{C0B6BB88-1974-4A56-98F2-CF94D8411C3C}" presName="rootComposite" presStyleCnt="0"/>
      <dgm:spPr/>
    </dgm:pt>
    <dgm:pt modelId="{2E460110-5AA0-4F8B-8A8A-7587FB50C2C3}" type="pres">
      <dgm:prSet presAssocID="{C0B6BB88-1974-4A56-98F2-CF94D8411C3C}" presName="rootText" presStyleLbl="node3" presStyleIdx="9" presStyleCnt="15">
        <dgm:presLayoutVars>
          <dgm:chPref val="3"/>
        </dgm:presLayoutVars>
      </dgm:prSet>
      <dgm:spPr/>
    </dgm:pt>
    <dgm:pt modelId="{5CD209FF-D015-46C8-886D-C8CA27003F18}" type="pres">
      <dgm:prSet presAssocID="{C0B6BB88-1974-4A56-98F2-CF94D8411C3C}" presName="rootConnector" presStyleLbl="node3" presStyleIdx="9" presStyleCnt="15"/>
      <dgm:spPr/>
    </dgm:pt>
    <dgm:pt modelId="{657C5334-6CBA-453C-9AAD-6413610840F8}" type="pres">
      <dgm:prSet presAssocID="{C0B6BB88-1974-4A56-98F2-CF94D8411C3C}" presName="hierChild4" presStyleCnt="0"/>
      <dgm:spPr/>
    </dgm:pt>
    <dgm:pt modelId="{F2B6B585-1200-47B2-85C8-C3CF7A933F16}" type="pres">
      <dgm:prSet presAssocID="{C0B6BB88-1974-4A56-98F2-CF94D8411C3C}" presName="hierChild5" presStyleCnt="0"/>
      <dgm:spPr/>
    </dgm:pt>
    <dgm:pt modelId="{603E818D-0047-4BC3-BBB7-5771839F7167}" type="pres">
      <dgm:prSet presAssocID="{4AB66812-5149-4195-A2B6-AE74F0147E79}" presName="Name37" presStyleLbl="parChTrans1D3" presStyleIdx="10" presStyleCnt="15"/>
      <dgm:spPr/>
    </dgm:pt>
    <dgm:pt modelId="{6322A59D-F42C-48AC-BF70-58CA4DDF0CDB}" type="pres">
      <dgm:prSet presAssocID="{F9B2BCB3-B3B5-44D5-91B2-434AA3F7906F}" presName="hierRoot2" presStyleCnt="0">
        <dgm:presLayoutVars>
          <dgm:hierBranch val="init"/>
        </dgm:presLayoutVars>
      </dgm:prSet>
      <dgm:spPr/>
    </dgm:pt>
    <dgm:pt modelId="{6CA5281C-655F-4EC7-AC4C-F0737CB2CAC8}" type="pres">
      <dgm:prSet presAssocID="{F9B2BCB3-B3B5-44D5-91B2-434AA3F7906F}" presName="rootComposite" presStyleCnt="0"/>
      <dgm:spPr/>
    </dgm:pt>
    <dgm:pt modelId="{0E736BFC-5496-41F2-A733-055358A6F719}" type="pres">
      <dgm:prSet presAssocID="{F9B2BCB3-B3B5-44D5-91B2-434AA3F7906F}" presName="rootText" presStyleLbl="node3" presStyleIdx="10" presStyleCnt="15">
        <dgm:presLayoutVars>
          <dgm:chPref val="3"/>
        </dgm:presLayoutVars>
      </dgm:prSet>
      <dgm:spPr/>
    </dgm:pt>
    <dgm:pt modelId="{D76FAC42-2C00-461E-B1AB-733C5B110DEF}" type="pres">
      <dgm:prSet presAssocID="{F9B2BCB3-B3B5-44D5-91B2-434AA3F7906F}" presName="rootConnector" presStyleLbl="node3" presStyleIdx="10" presStyleCnt="15"/>
      <dgm:spPr/>
    </dgm:pt>
    <dgm:pt modelId="{6C2FAD52-6D8A-4916-9610-47C59A0CBE10}" type="pres">
      <dgm:prSet presAssocID="{F9B2BCB3-B3B5-44D5-91B2-434AA3F7906F}" presName="hierChild4" presStyleCnt="0"/>
      <dgm:spPr/>
    </dgm:pt>
    <dgm:pt modelId="{039A2A0E-99DB-4375-83C9-944BBB1A5BC9}" type="pres">
      <dgm:prSet presAssocID="{F9B2BCB3-B3B5-44D5-91B2-434AA3F7906F}" presName="hierChild5" presStyleCnt="0"/>
      <dgm:spPr/>
    </dgm:pt>
    <dgm:pt modelId="{CB346326-1B73-4DA3-B003-0AF24E5B2DEC}" type="pres">
      <dgm:prSet presAssocID="{F0D0FB12-E627-426F-92F2-D234C86438EB}" presName="Name37" presStyleLbl="parChTrans1D3" presStyleIdx="11" presStyleCnt="15"/>
      <dgm:spPr/>
    </dgm:pt>
    <dgm:pt modelId="{59F80EFC-1C4F-4C06-BF5C-A915711678BC}" type="pres">
      <dgm:prSet presAssocID="{E3C24FDC-210D-4D74-AD8B-AA3DB02EAF0B}" presName="hierRoot2" presStyleCnt="0">
        <dgm:presLayoutVars>
          <dgm:hierBranch val="init"/>
        </dgm:presLayoutVars>
      </dgm:prSet>
      <dgm:spPr/>
    </dgm:pt>
    <dgm:pt modelId="{B27A9417-5812-4D39-80EE-52934F6E54F4}" type="pres">
      <dgm:prSet presAssocID="{E3C24FDC-210D-4D74-AD8B-AA3DB02EAF0B}" presName="rootComposite" presStyleCnt="0"/>
      <dgm:spPr/>
    </dgm:pt>
    <dgm:pt modelId="{2266238E-569D-4FA0-8018-B79EEDEA6E63}" type="pres">
      <dgm:prSet presAssocID="{E3C24FDC-210D-4D74-AD8B-AA3DB02EAF0B}" presName="rootText" presStyleLbl="node3" presStyleIdx="11" presStyleCnt="15">
        <dgm:presLayoutVars>
          <dgm:chPref val="3"/>
        </dgm:presLayoutVars>
      </dgm:prSet>
      <dgm:spPr/>
    </dgm:pt>
    <dgm:pt modelId="{AC1BC4AB-72EA-40C9-84AC-D405B6DCCCAB}" type="pres">
      <dgm:prSet presAssocID="{E3C24FDC-210D-4D74-AD8B-AA3DB02EAF0B}" presName="rootConnector" presStyleLbl="node3" presStyleIdx="11" presStyleCnt="15"/>
      <dgm:spPr/>
    </dgm:pt>
    <dgm:pt modelId="{43D26334-F8D5-4FBB-87D8-C67ECFEEC1E4}" type="pres">
      <dgm:prSet presAssocID="{E3C24FDC-210D-4D74-AD8B-AA3DB02EAF0B}" presName="hierChild4" presStyleCnt="0"/>
      <dgm:spPr/>
    </dgm:pt>
    <dgm:pt modelId="{1AE7E730-0CF0-4A91-8385-508354582699}" type="pres">
      <dgm:prSet presAssocID="{E3C24FDC-210D-4D74-AD8B-AA3DB02EAF0B}" presName="hierChild5" presStyleCnt="0"/>
      <dgm:spPr/>
    </dgm:pt>
    <dgm:pt modelId="{CFC6B204-A145-4C99-8448-07D3F930DF90}" type="pres">
      <dgm:prSet presAssocID="{CDF28B05-BF9F-4561-9400-7D1178F0DE4E}" presName="Name37" presStyleLbl="parChTrans1D3" presStyleIdx="12" presStyleCnt="15"/>
      <dgm:spPr/>
    </dgm:pt>
    <dgm:pt modelId="{610EB374-9872-436C-B18D-59DC8A787943}" type="pres">
      <dgm:prSet presAssocID="{BECDCAD0-18C4-4584-945D-209A700560DE}" presName="hierRoot2" presStyleCnt="0">
        <dgm:presLayoutVars>
          <dgm:hierBranch val="init"/>
        </dgm:presLayoutVars>
      </dgm:prSet>
      <dgm:spPr/>
    </dgm:pt>
    <dgm:pt modelId="{E68131F9-39F2-486C-9CE7-83E712C406F3}" type="pres">
      <dgm:prSet presAssocID="{BECDCAD0-18C4-4584-945D-209A700560DE}" presName="rootComposite" presStyleCnt="0"/>
      <dgm:spPr/>
    </dgm:pt>
    <dgm:pt modelId="{4E8A10FE-EC42-4EFC-A5D4-CD05CF7EDFDA}" type="pres">
      <dgm:prSet presAssocID="{BECDCAD0-18C4-4584-945D-209A700560DE}" presName="rootText" presStyleLbl="node3" presStyleIdx="12" presStyleCnt="15">
        <dgm:presLayoutVars>
          <dgm:chPref val="3"/>
        </dgm:presLayoutVars>
      </dgm:prSet>
      <dgm:spPr/>
    </dgm:pt>
    <dgm:pt modelId="{02494E78-B89C-4BF3-A892-47AAB4C74A85}" type="pres">
      <dgm:prSet presAssocID="{BECDCAD0-18C4-4584-945D-209A700560DE}" presName="rootConnector" presStyleLbl="node3" presStyleIdx="12" presStyleCnt="15"/>
      <dgm:spPr/>
    </dgm:pt>
    <dgm:pt modelId="{AC396291-45A8-44C6-ACB6-CD62935D9AB4}" type="pres">
      <dgm:prSet presAssocID="{BECDCAD0-18C4-4584-945D-209A700560DE}" presName="hierChild4" presStyleCnt="0"/>
      <dgm:spPr/>
    </dgm:pt>
    <dgm:pt modelId="{FA65D7C6-206A-4717-B7A0-DB71A4FEA91D}" type="pres">
      <dgm:prSet presAssocID="{BECDCAD0-18C4-4584-945D-209A700560DE}" presName="hierChild5" presStyleCnt="0"/>
      <dgm:spPr/>
    </dgm:pt>
    <dgm:pt modelId="{EA6DE73D-98CA-4FF3-B8BA-AFDA1EEF3E89}" type="pres">
      <dgm:prSet presAssocID="{30B453DB-380A-47D2-96D7-F205982E7E7D}" presName="Name37" presStyleLbl="parChTrans1D3" presStyleIdx="13" presStyleCnt="15"/>
      <dgm:spPr/>
    </dgm:pt>
    <dgm:pt modelId="{4C81C4CE-D778-46D7-94D4-766859AE274A}" type="pres">
      <dgm:prSet presAssocID="{FB634760-BABE-4EDC-98A5-4A01480CF2EF}" presName="hierRoot2" presStyleCnt="0">
        <dgm:presLayoutVars>
          <dgm:hierBranch val="init"/>
        </dgm:presLayoutVars>
      </dgm:prSet>
      <dgm:spPr/>
    </dgm:pt>
    <dgm:pt modelId="{036FBD75-C4AF-4F9D-9CF0-1121AA36EFCD}" type="pres">
      <dgm:prSet presAssocID="{FB634760-BABE-4EDC-98A5-4A01480CF2EF}" presName="rootComposite" presStyleCnt="0"/>
      <dgm:spPr/>
    </dgm:pt>
    <dgm:pt modelId="{9D560D38-CE0B-4C7C-8764-55DC18630BDD}" type="pres">
      <dgm:prSet presAssocID="{FB634760-BABE-4EDC-98A5-4A01480CF2EF}" presName="rootText" presStyleLbl="node3" presStyleIdx="13" presStyleCnt="15">
        <dgm:presLayoutVars>
          <dgm:chPref val="3"/>
        </dgm:presLayoutVars>
      </dgm:prSet>
      <dgm:spPr/>
    </dgm:pt>
    <dgm:pt modelId="{EE72C695-0110-4283-8C5E-559FD1D14A9B}" type="pres">
      <dgm:prSet presAssocID="{FB634760-BABE-4EDC-98A5-4A01480CF2EF}" presName="rootConnector" presStyleLbl="node3" presStyleIdx="13" presStyleCnt="15"/>
      <dgm:spPr/>
    </dgm:pt>
    <dgm:pt modelId="{EAD9A0FA-584D-485B-A1CB-9EA7D9E0C5E2}" type="pres">
      <dgm:prSet presAssocID="{FB634760-BABE-4EDC-98A5-4A01480CF2EF}" presName="hierChild4" presStyleCnt="0"/>
      <dgm:spPr/>
    </dgm:pt>
    <dgm:pt modelId="{6AFDB7CF-BE7A-4D5A-9DEF-4CCCCA915525}" type="pres">
      <dgm:prSet presAssocID="{FB634760-BABE-4EDC-98A5-4A01480CF2EF}" presName="hierChild5" presStyleCnt="0"/>
      <dgm:spPr/>
    </dgm:pt>
    <dgm:pt modelId="{7897FD4F-228B-439D-B963-CF2033BAA1CB}" type="pres">
      <dgm:prSet presAssocID="{735BB9EC-79C3-465A-AEA4-CA678CAD0DA1}" presName="Name37" presStyleLbl="parChTrans1D3" presStyleIdx="14" presStyleCnt="15"/>
      <dgm:spPr/>
    </dgm:pt>
    <dgm:pt modelId="{57C6B422-C145-4A25-A502-6300FF4BC415}" type="pres">
      <dgm:prSet presAssocID="{96C153C7-0C02-48F4-9F6A-0566177FA6E6}" presName="hierRoot2" presStyleCnt="0">
        <dgm:presLayoutVars>
          <dgm:hierBranch val="init"/>
        </dgm:presLayoutVars>
      </dgm:prSet>
      <dgm:spPr/>
    </dgm:pt>
    <dgm:pt modelId="{CD677D1E-1EFE-4DFD-ADDC-DB748CED3D96}" type="pres">
      <dgm:prSet presAssocID="{96C153C7-0C02-48F4-9F6A-0566177FA6E6}" presName="rootComposite" presStyleCnt="0"/>
      <dgm:spPr/>
    </dgm:pt>
    <dgm:pt modelId="{2451704F-99DD-4858-ADB7-F0442CC1C1DF}" type="pres">
      <dgm:prSet presAssocID="{96C153C7-0C02-48F4-9F6A-0566177FA6E6}" presName="rootText" presStyleLbl="node3" presStyleIdx="14" presStyleCnt="15">
        <dgm:presLayoutVars>
          <dgm:chPref val="3"/>
        </dgm:presLayoutVars>
      </dgm:prSet>
      <dgm:spPr/>
    </dgm:pt>
    <dgm:pt modelId="{D78BD46F-AA92-43D1-92BB-D6A3D13CF2D5}" type="pres">
      <dgm:prSet presAssocID="{96C153C7-0C02-48F4-9F6A-0566177FA6E6}" presName="rootConnector" presStyleLbl="node3" presStyleIdx="14" presStyleCnt="15"/>
      <dgm:spPr/>
    </dgm:pt>
    <dgm:pt modelId="{A2429637-DCE8-47AD-B9D8-2EC72F1F99C7}" type="pres">
      <dgm:prSet presAssocID="{96C153C7-0C02-48F4-9F6A-0566177FA6E6}" presName="hierChild4" presStyleCnt="0"/>
      <dgm:spPr/>
    </dgm:pt>
    <dgm:pt modelId="{B6456E48-6516-4D32-803A-CC8BB52C27ED}" type="pres">
      <dgm:prSet presAssocID="{96C153C7-0C02-48F4-9F6A-0566177FA6E6}" presName="hierChild5" presStyleCnt="0"/>
      <dgm:spPr/>
    </dgm:pt>
    <dgm:pt modelId="{A097C772-1095-4B94-83B0-C00CED0F5157}" type="pres">
      <dgm:prSet presAssocID="{D9E8DBCD-13FE-4E77-9E9A-9E5FC9907599}" presName="hierChild5" presStyleCnt="0"/>
      <dgm:spPr/>
    </dgm:pt>
    <dgm:pt modelId="{9BAB1E88-DF90-4176-A783-9E553A85939A}" type="pres">
      <dgm:prSet presAssocID="{2A17D5E9-98B1-4ED6-8DBA-0F015F00A7C4}" presName="hierChild3" presStyleCnt="0"/>
      <dgm:spPr/>
    </dgm:pt>
  </dgm:ptLst>
  <dgm:cxnLst>
    <dgm:cxn modelId="{068D8902-C4E1-472C-B942-FAE08E029861}" srcId="{49E4A9B6-E3CF-4266-B141-DC4DDA735A3A}" destId="{AD6C1387-0094-4E8D-8568-E44242FFD7B4}" srcOrd="0" destOrd="0" parTransId="{24A56676-C549-4999-A4DD-CA427205470E}" sibTransId="{3E2444B1-8914-4F09-B4C4-DC2485CCA2AC}"/>
    <dgm:cxn modelId="{EE36930C-BDB3-4FD4-A843-264ACECE0C5A}" type="presOf" srcId="{735BB9EC-79C3-465A-AEA4-CA678CAD0DA1}" destId="{7897FD4F-228B-439D-B963-CF2033BAA1CB}" srcOrd="0" destOrd="0" presId="urn:microsoft.com/office/officeart/2005/8/layout/orgChart1"/>
    <dgm:cxn modelId="{57772A0D-5C02-4F76-91BD-76F729E21E55}" type="presOf" srcId="{BECDCAD0-18C4-4584-945D-209A700560DE}" destId="{4E8A10FE-EC42-4EFC-A5D4-CD05CF7EDFDA}" srcOrd="0" destOrd="0" presId="urn:microsoft.com/office/officeart/2005/8/layout/orgChart1"/>
    <dgm:cxn modelId="{7B2A2910-55FF-4CEA-B5D5-BDEC7B6C0DA2}" type="presOf" srcId="{7EF5FEC3-D286-46BC-AA2F-DCE73DF931A0}" destId="{F18A3643-1F4F-41F4-A739-4573747E357B}" srcOrd="1" destOrd="0" presId="urn:microsoft.com/office/officeart/2005/8/layout/orgChart1"/>
    <dgm:cxn modelId="{E1EBB613-3594-4AF0-89FC-3F9CEA97C2B6}" type="presOf" srcId="{1FD3E1B8-2063-4B02-922A-0DC569E23311}" destId="{854367EA-F3A0-41DC-976C-F7A602B5EE64}" srcOrd="1" destOrd="0" presId="urn:microsoft.com/office/officeart/2005/8/layout/orgChart1"/>
    <dgm:cxn modelId="{36738516-6A05-4454-8385-65F2E56C0295}" type="presOf" srcId="{F04CD75B-96C9-4CF5-ADD4-5F563FE2286E}" destId="{D6A7A4DE-88A6-41F1-A106-813152AA03C6}" srcOrd="0" destOrd="0" presId="urn:microsoft.com/office/officeart/2005/8/layout/orgChart1"/>
    <dgm:cxn modelId="{8978DC17-A853-4217-BA34-25A545926A0F}" type="presOf" srcId="{49E4A9B6-E3CF-4266-B141-DC4DDA735A3A}" destId="{FEA2E091-7712-43BE-B2E0-12F5D9B1D289}" srcOrd="1" destOrd="0" presId="urn:microsoft.com/office/officeart/2005/8/layout/orgChart1"/>
    <dgm:cxn modelId="{83058418-6D1D-4484-98F1-7F5DEBFA5BC9}" srcId="{2A17D5E9-98B1-4ED6-8DBA-0F015F00A7C4}" destId="{1FD3E1B8-2063-4B02-922A-0DC569E23311}" srcOrd="0" destOrd="0" parTransId="{DEC4C4FD-DA56-4D3F-B196-8DB4CD9F5426}" sibTransId="{EA16076B-151A-4A76-9703-C2C014AD8819}"/>
    <dgm:cxn modelId="{3C74FE1B-6750-4932-A542-13DA47B28E7D}" type="presOf" srcId="{4FD89D3D-F3C2-4368-A4BC-38D766AF145C}" destId="{D399F259-502A-4160-9CF3-C607CC0DA699}" srcOrd="0" destOrd="0" presId="urn:microsoft.com/office/officeart/2005/8/layout/orgChart1"/>
    <dgm:cxn modelId="{A3A13D1F-A134-4129-AC21-6BD37083DF13}" srcId="{D9E8DBCD-13FE-4E77-9E9A-9E5FC9907599}" destId="{FB634760-BABE-4EDC-98A5-4A01480CF2EF}" srcOrd="4" destOrd="0" parTransId="{30B453DB-380A-47D2-96D7-F205982E7E7D}" sibTransId="{E5C2D33A-3F4C-4C21-A06C-BE7B3B15E193}"/>
    <dgm:cxn modelId="{1D03BF22-502C-4643-A4A4-92C23AA542E3}" type="presOf" srcId="{6211B630-0A99-4F26-9E73-28CE0E4B2D0F}" destId="{26BFE972-553E-442E-8D51-E6AD25D7A54C}" srcOrd="0" destOrd="0" presId="urn:microsoft.com/office/officeart/2005/8/layout/orgChart1"/>
    <dgm:cxn modelId="{45C92724-EB4A-4273-B21D-8A5D69DAE7C8}" type="presOf" srcId="{E3C24FDC-210D-4D74-AD8B-AA3DB02EAF0B}" destId="{2266238E-569D-4FA0-8018-B79EEDEA6E63}" srcOrd="0" destOrd="0" presId="urn:microsoft.com/office/officeart/2005/8/layout/orgChart1"/>
    <dgm:cxn modelId="{A7D4A928-E575-4092-8CA4-2367735F76A1}" srcId="{A349499E-3C3F-4393-8A08-F942420F2CC3}" destId="{6211B630-0A99-4F26-9E73-28CE0E4B2D0F}" srcOrd="0" destOrd="0" parTransId="{F04CD75B-96C9-4CF5-ADD4-5F563FE2286E}" sibTransId="{145B99A9-5EC5-49AF-85AB-735DB8242B5E}"/>
    <dgm:cxn modelId="{28BFF62A-FD22-4240-B49A-1C7C8D4054E9}" srcId="{D64EEFAC-1EBF-4C26-9040-204EE4D0BB22}" destId="{B99EC819-6AAE-4CA6-8B20-34178FDD1DC8}" srcOrd="0" destOrd="0" parTransId="{9364D4D5-351B-4E06-A5FC-F424B9E3AA42}" sibTransId="{A3A549A1-AB64-4284-844F-1069AE64C814}"/>
    <dgm:cxn modelId="{095E0C2C-D0A1-43AD-BBF6-8931DDF117F2}" type="presOf" srcId="{49D42219-9660-4C3E-A4C3-EE8155DF3353}" destId="{7988BB70-C28D-49C9-8E13-ED161CFA688D}" srcOrd="0" destOrd="0" presId="urn:microsoft.com/office/officeart/2005/8/layout/orgChart1"/>
    <dgm:cxn modelId="{8C58BF2F-8D3D-4986-B7B2-690FDC7A4DF5}" srcId="{D9E8DBCD-13FE-4E77-9E9A-9E5FC9907599}" destId="{BECDCAD0-18C4-4584-945D-209A700560DE}" srcOrd="3" destOrd="0" parTransId="{CDF28B05-BF9F-4561-9400-7D1178F0DE4E}" sibTransId="{C0147E72-779C-430B-ADCD-BBD59DE0066B}"/>
    <dgm:cxn modelId="{7C71AB30-37AD-4796-9081-1764B81AA7C1}" type="presOf" srcId="{24A56676-C549-4999-A4DD-CA427205470E}" destId="{134FBE3C-6CED-4D0A-8DF5-043D12089F82}" srcOrd="0" destOrd="0" presId="urn:microsoft.com/office/officeart/2005/8/layout/orgChart1"/>
    <dgm:cxn modelId="{06F6F635-4868-460A-9048-538E6ECD5539}" type="presOf" srcId="{2A17D5E9-98B1-4ED6-8DBA-0F015F00A7C4}" destId="{DE04C7DA-5D3F-440F-9204-8638D146D7FC}" srcOrd="0" destOrd="0" presId="urn:microsoft.com/office/officeart/2005/8/layout/orgChart1"/>
    <dgm:cxn modelId="{EC760F37-0215-446C-B6A4-2711B19FBA8F}" type="presOf" srcId="{FF3C1966-B878-48C2-A71F-66018C1E1495}" destId="{C9FA6379-E460-46F2-AF99-30C438A6E472}" srcOrd="1" destOrd="0" presId="urn:microsoft.com/office/officeart/2005/8/layout/orgChart1"/>
    <dgm:cxn modelId="{833B4639-3D83-470A-A760-030B9308A6CE}" type="presOf" srcId="{F6840E26-3CB4-4E17-9DC1-2103183EC53B}" destId="{A75A9C4F-FB43-45AF-858A-99F3430AEA4F}" srcOrd="0" destOrd="0" presId="urn:microsoft.com/office/officeart/2005/8/layout/orgChart1"/>
    <dgm:cxn modelId="{F0F58E3C-A791-42F7-B773-768829591FF9}" type="presOf" srcId="{3998A5DA-9A38-4D37-AD7B-8BA7B083C764}" destId="{C9DBCDA1-F359-46B5-89E4-A3462CAC8A2B}" srcOrd="0" destOrd="0" presId="urn:microsoft.com/office/officeart/2005/8/layout/orgChart1"/>
    <dgm:cxn modelId="{7083A23C-359B-42DB-84B0-3787BFB4D558}" srcId="{F3711472-B2B5-46D5-8204-C8274734584B}" destId="{A349499E-3C3F-4393-8A08-F942420F2CC3}" srcOrd="2" destOrd="0" parTransId="{A5093C69-A01E-433F-B2FD-2915BD5512DB}" sibTransId="{EFA334AA-A176-4035-889D-AE9933C01AFA}"/>
    <dgm:cxn modelId="{CFA7AD40-BB87-4C53-BC40-4C53F7538479}" srcId="{2A17D5E9-98B1-4ED6-8DBA-0F015F00A7C4}" destId="{49E4A9B6-E3CF-4266-B141-DC4DDA735A3A}" srcOrd="2" destOrd="0" parTransId="{1A60178A-C1F0-48AE-A8D6-FCB5922C0940}" sibTransId="{8316EBDF-692B-4CB5-BED9-4D48852A7C4B}"/>
    <dgm:cxn modelId="{EA073C5B-1329-40F4-97D1-6E6DC0741401}" type="presOf" srcId="{D35A3EC6-2451-483A-B915-D0EB1B33F2B2}" destId="{14A10670-4F8C-47CF-97F6-7E20324A3F01}" srcOrd="1" destOrd="0" presId="urn:microsoft.com/office/officeart/2005/8/layout/orgChart1"/>
    <dgm:cxn modelId="{0A63795F-0C35-491C-A3E8-14D0CBD08A98}" type="presOf" srcId="{9364D4D5-351B-4E06-A5FC-F424B9E3AA42}" destId="{CCDFD3BA-F133-4868-BAE6-80E946A0DDDB}" srcOrd="0" destOrd="0" presId="urn:microsoft.com/office/officeart/2005/8/layout/orgChart1"/>
    <dgm:cxn modelId="{FC490760-77F3-49D8-877F-4F4A0EC3E3EF}" type="presOf" srcId="{71BC71BA-87AF-42E6-B299-57524DE4204B}" destId="{7370EB7D-B93A-44C7-AA51-266FF5A0CAA4}" srcOrd="1" destOrd="0" presId="urn:microsoft.com/office/officeart/2005/8/layout/orgChart1"/>
    <dgm:cxn modelId="{4F931C61-4294-4D69-A7FC-59BA6BFE780B}" type="presOf" srcId="{A349499E-3C3F-4393-8A08-F942420F2CC3}" destId="{74A602C2-6C1A-416B-94CE-26BE964A733F}" srcOrd="1" destOrd="0" presId="urn:microsoft.com/office/officeart/2005/8/layout/orgChart1"/>
    <dgm:cxn modelId="{22B39441-CEFA-492E-802A-76793ED8D625}" type="presOf" srcId="{DEC4C4FD-DA56-4D3F-B196-8DB4CD9F5426}" destId="{DD1E285D-8834-493B-985F-F5AB065C9819}" srcOrd="0" destOrd="0" presId="urn:microsoft.com/office/officeart/2005/8/layout/orgChart1"/>
    <dgm:cxn modelId="{5DA2DF41-7C01-4593-9DEE-97E89D965845}" type="presOf" srcId="{C0B6BB88-1974-4A56-98F2-CF94D8411C3C}" destId="{2E460110-5AA0-4F8B-8A8A-7587FB50C2C3}" srcOrd="0" destOrd="0" presId="urn:microsoft.com/office/officeart/2005/8/layout/orgChart1"/>
    <dgm:cxn modelId="{84F47042-DFA2-4D20-AA62-879C35C537DD}" type="presOf" srcId="{D9E8DBCD-13FE-4E77-9E9A-9E5FC9907599}" destId="{8CAB4933-4C05-4091-A0CA-2B77EF63290E}" srcOrd="1" destOrd="0" presId="urn:microsoft.com/office/officeart/2005/8/layout/orgChart1"/>
    <dgm:cxn modelId="{CD3C2049-9A87-4D1F-9E2D-64EA8EF16989}" type="presOf" srcId="{96C153C7-0C02-48F4-9F6A-0566177FA6E6}" destId="{D78BD46F-AA92-43D1-92BB-D6A3D13CF2D5}" srcOrd="1" destOrd="0" presId="urn:microsoft.com/office/officeart/2005/8/layout/orgChart1"/>
    <dgm:cxn modelId="{2F559C49-D2E5-46CE-ABB7-55E41CBB4D44}" type="presOf" srcId="{2A17D5E9-98B1-4ED6-8DBA-0F015F00A7C4}" destId="{6BB5A4B3-787F-4739-B0D4-D73060E74A37}" srcOrd="1" destOrd="0" presId="urn:microsoft.com/office/officeart/2005/8/layout/orgChart1"/>
    <dgm:cxn modelId="{0BA27D6A-F9AB-427D-91CA-6FB5A3494E39}" type="presOf" srcId="{B99EC819-6AAE-4CA6-8B20-34178FDD1DC8}" destId="{A158CF17-E332-45A4-B3FC-7B4C19ED970E}" srcOrd="1" destOrd="0" presId="urn:microsoft.com/office/officeart/2005/8/layout/orgChart1"/>
    <dgm:cxn modelId="{00DE6270-173A-4B02-8EB5-F6F854585FBE}" srcId="{D9E8DBCD-13FE-4E77-9E9A-9E5FC9907599}" destId="{F9B2BCB3-B3B5-44D5-91B2-434AA3F7906F}" srcOrd="1" destOrd="0" parTransId="{4AB66812-5149-4195-A2B6-AE74F0147E79}" sibTransId="{4F512A91-EF7D-4D72-8301-ED7272BEE77C}"/>
    <dgm:cxn modelId="{76DE0471-8F94-4EEC-85C1-3CEDB4D84B73}" type="presOf" srcId="{C754D830-CFA0-460C-823C-A8705A6E3267}" destId="{60171B4F-F2A5-42FE-B774-66C50B609FAE}" srcOrd="1" destOrd="0" presId="urn:microsoft.com/office/officeart/2005/8/layout/orgChart1"/>
    <dgm:cxn modelId="{403EF375-EF5C-4D87-9FF6-46A78E5C59DE}" type="presOf" srcId="{CDF28B05-BF9F-4561-9400-7D1178F0DE4E}" destId="{CFC6B204-A145-4C99-8448-07D3F930DF90}" srcOrd="0" destOrd="0" presId="urn:microsoft.com/office/officeart/2005/8/layout/orgChart1"/>
    <dgm:cxn modelId="{D7CB0559-1FD2-45CE-9715-066C4B851F7F}" srcId="{F3711472-B2B5-46D5-8204-C8274734584B}" destId="{D64EEFAC-1EBF-4C26-9040-204EE4D0BB22}" srcOrd="1" destOrd="0" parTransId="{F6840E26-3CB4-4E17-9DC1-2103183EC53B}" sibTransId="{849DC0FD-9BB4-4201-9F0B-A2AC76AD2C08}"/>
    <dgm:cxn modelId="{9C95E77B-C9FC-4D59-92D6-3BA89E4D1805}" type="presOf" srcId="{C754D830-CFA0-460C-823C-A8705A6E3267}" destId="{DE43E62C-14EB-4216-851B-C2168C58C126}" srcOrd="0" destOrd="0" presId="urn:microsoft.com/office/officeart/2005/8/layout/orgChart1"/>
    <dgm:cxn modelId="{73746D7F-A8A7-4F06-9265-5F1FCA1EFBA9}" type="presOf" srcId="{7EF5FEC3-D286-46BC-AA2F-DCE73DF931A0}" destId="{50FC2F56-9BD4-404F-85CE-4181DC1403E8}" srcOrd="0" destOrd="0" presId="urn:microsoft.com/office/officeart/2005/8/layout/orgChart1"/>
    <dgm:cxn modelId="{72B5B47F-93CA-4949-ABD8-69A687110448}" srcId="{2A17D5E9-98B1-4ED6-8DBA-0F015F00A7C4}" destId="{F3711472-B2B5-46D5-8204-C8274734584B}" srcOrd="1" destOrd="0" parTransId="{E6E8D1DE-2991-46D2-9B78-A54A026503D5}" sibTransId="{F9F225A6-7721-4F79-99A5-1651119C7615}"/>
    <dgm:cxn modelId="{2237FF84-D929-4ADE-B2A4-00076FB29DDF}" type="presOf" srcId="{BEEABFAE-2A68-4BD8-B886-2DEC83BA3E9A}" destId="{082E48E0-28CE-47BE-A948-6551A56292D5}" srcOrd="0" destOrd="0" presId="urn:microsoft.com/office/officeart/2005/8/layout/orgChart1"/>
    <dgm:cxn modelId="{276A3285-6B7E-4FDA-AD69-DEF3863D2318}" srcId="{1FD3E1B8-2063-4B02-922A-0DC569E23311}" destId="{D35A3EC6-2451-483A-B915-D0EB1B33F2B2}" srcOrd="0" destOrd="0" parTransId="{3998A5DA-9A38-4D37-AD7B-8BA7B083C764}" sibTransId="{E9F7C324-A21A-4810-8ECC-C6A5381CC78C}"/>
    <dgm:cxn modelId="{9965E387-63EA-4F8B-A132-F6C74F424191}" srcId="{49E4A9B6-E3CF-4266-B141-DC4DDA735A3A}" destId="{71BC71BA-87AF-42E6-B299-57524DE4204B}" srcOrd="2" destOrd="0" parTransId="{1769E509-B7A2-449A-9DF8-55A95CE11188}" sibTransId="{D14B3760-F0E7-4936-AFC8-000994F0CC75}"/>
    <dgm:cxn modelId="{E8D14289-1BE8-4116-95EF-5C1154AA7366}" type="presOf" srcId="{1A60178A-C1F0-48AE-A8D6-FCB5922C0940}" destId="{6581F606-7A7C-4DD4-92A8-0DF1AE2FF641}" srcOrd="0" destOrd="0" presId="urn:microsoft.com/office/officeart/2005/8/layout/orgChart1"/>
    <dgm:cxn modelId="{E2D1D98C-FC4F-4780-9264-8D96412663CE}" type="presOf" srcId="{1769E509-B7A2-449A-9DF8-55A95CE11188}" destId="{2440D4C2-6E0B-485B-BEC1-03EC7E0E9EE6}" srcOrd="0" destOrd="0" presId="urn:microsoft.com/office/officeart/2005/8/layout/orgChart1"/>
    <dgm:cxn modelId="{4E36D491-BBCC-472D-AB7A-F9D2EAF01181}" type="presOf" srcId="{A349499E-3C3F-4393-8A08-F942420F2CC3}" destId="{ED596E45-1693-425D-BE7D-0389124BE53C}" srcOrd="0" destOrd="0" presId="urn:microsoft.com/office/officeart/2005/8/layout/orgChart1"/>
    <dgm:cxn modelId="{325D2B92-4DD5-4850-946D-D2C916230180}" srcId="{34589123-EF3A-43AC-817D-FF887FDF57F6}" destId="{2A17D5E9-98B1-4ED6-8DBA-0F015F00A7C4}" srcOrd="0" destOrd="0" parTransId="{88E535E2-5744-455C-BC72-5D0C6385E97C}" sibTransId="{4D80C3F8-4BA1-466B-8171-E0FD8DADAF13}"/>
    <dgm:cxn modelId="{B5F04792-7CAC-431B-89CD-425061BCFA70}" type="presOf" srcId="{FB634760-BABE-4EDC-98A5-4A01480CF2EF}" destId="{EE72C695-0110-4283-8C5E-559FD1D14A9B}" srcOrd="1" destOrd="0" presId="urn:microsoft.com/office/officeart/2005/8/layout/orgChart1"/>
    <dgm:cxn modelId="{B25F5694-4CBC-4F1A-9D11-03EE1CF735AF}" type="presOf" srcId="{D64EEFAC-1EBF-4C26-9040-204EE4D0BB22}" destId="{5EC5E701-2252-411E-B922-D62225C79B33}" srcOrd="1" destOrd="0" presId="urn:microsoft.com/office/officeart/2005/8/layout/orgChart1"/>
    <dgm:cxn modelId="{04ED3395-EA19-419F-9B75-9BFCC3380EB1}" type="presOf" srcId="{990B19BC-EAD2-4215-9D9F-EB53871FC469}" destId="{158CA877-1D9E-4A5E-9719-3F2933C7E821}" srcOrd="0" destOrd="0" presId="urn:microsoft.com/office/officeart/2005/8/layout/orgChart1"/>
    <dgm:cxn modelId="{FD87EB96-1083-4020-9654-B6BB00A447FF}" srcId="{2A17D5E9-98B1-4ED6-8DBA-0F015F00A7C4}" destId="{D9E8DBCD-13FE-4E77-9E9A-9E5FC9907599}" srcOrd="3" destOrd="0" parTransId="{4FD89D3D-F3C2-4368-A4BC-38D766AF145C}" sibTransId="{8EC8742D-412D-4F0E-8B5B-36D039FBB4CB}"/>
    <dgm:cxn modelId="{66C56398-F7C9-4423-80BB-C893BBB70984}" type="presOf" srcId="{34589123-EF3A-43AC-817D-FF887FDF57F6}" destId="{742E6001-FCFA-4A2D-96F0-58AE3726EA88}" srcOrd="0" destOrd="0" presId="urn:microsoft.com/office/officeart/2005/8/layout/orgChart1"/>
    <dgm:cxn modelId="{0109949A-6894-44BB-8D6A-488C64CC04D1}" type="presOf" srcId="{1FD3E1B8-2063-4B02-922A-0DC569E23311}" destId="{563A3D89-D3ED-424B-B63F-4BADAB89FFD1}" srcOrd="0" destOrd="0" presId="urn:microsoft.com/office/officeart/2005/8/layout/orgChart1"/>
    <dgm:cxn modelId="{1A56DB9A-CC5E-4808-96B8-FCAADD21799E}" type="presOf" srcId="{FB634760-BABE-4EDC-98A5-4A01480CF2EF}" destId="{9D560D38-CE0B-4C7C-8764-55DC18630BDD}" srcOrd="0" destOrd="0" presId="urn:microsoft.com/office/officeart/2005/8/layout/orgChart1"/>
    <dgm:cxn modelId="{B9A8D89B-274B-4F37-862A-6A02A7F4F414}" type="presOf" srcId="{B99EC819-6AAE-4CA6-8B20-34178FDD1DC8}" destId="{0F868D3D-CB75-4BDD-AFC2-F67135C274FC}" srcOrd="0" destOrd="0" presId="urn:microsoft.com/office/officeart/2005/8/layout/orgChart1"/>
    <dgm:cxn modelId="{DEA5099C-22A6-4ADC-9280-1220E3F2B68B}" type="presOf" srcId="{C0B6BB88-1974-4A56-98F2-CF94D8411C3C}" destId="{5CD209FF-D015-46C8-886D-C8CA27003F18}" srcOrd="1" destOrd="0" presId="urn:microsoft.com/office/officeart/2005/8/layout/orgChart1"/>
    <dgm:cxn modelId="{F51AD59E-EAF6-4E15-BF6B-36C613996E03}" type="presOf" srcId="{46ED205B-94AB-4CF2-B85C-3082ED4F7D94}" destId="{79291C02-482C-444E-A726-98D6EAA08807}" srcOrd="0" destOrd="0" presId="urn:microsoft.com/office/officeart/2005/8/layout/orgChart1"/>
    <dgm:cxn modelId="{39B68AA0-3CF1-4661-9D89-FB51B87C98A7}" type="presOf" srcId="{E3C24FDC-210D-4D74-AD8B-AA3DB02EAF0B}" destId="{AC1BC4AB-72EA-40C9-84AC-D405B6DCCCAB}" srcOrd="1" destOrd="0" presId="urn:microsoft.com/office/officeart/2005/8/layout/orgChart1"/>
    <dgm:cxn modelId="{9DCBCBA3-F13E-46AA-A682-10BDA78DA95A}" type="presOf" srcId="{30B453DB-380A-47D2-96D7-F205982E7E7D}" destId="{EA6DE73D-98CA-4FF3-B8BA-AFDA1EEF3E89}" srcOrd="0" destOrd="0" presId="urn:microsoft.com/office/officeart/2005/8/layout/orgChart1"/>
    <dgm:cxn modelId="{07F0BCA5-0E0D-4FCB-A740-79C5B8AD5D8E}" type="presOf" srcId="{4BBD2B01-2AE3-436D-8065-5857CF8496BC}" destId="{5DA314C5-7A92-4587-83E0-34D5C983F48C}" srcOrd="0" destOrd="0" presId="urn:microsoft.com/office/officeart/2005/8/layout/orgChart1"/>
    <dgm:cxn modelId="{C7EDE7A7-2438-42DD-9755-44A1D2429B03}" srcId="{1FD3E1B8-2063-4B02-922A-0DC569E23311}" destId="{990B19BC-EAD2-4215-9D9F-EB53871FC469}" srcOrd="1" destOrd="0" parTransId="{59799F77-5FA1-47D8-A744-BE1529461847}" sibTransId="{AF1FD263-7DD6-4F38-B0CE-6861254D7CFD}"/>
    <dgm:cxn modelId="{C74483A9-96AB-4051-96F1-893EE7507E05}" type="presOf" srcId="{49E4A9B6-E3CF-4266-B141-DC4DDA735A3A}" destId="{2061AB7C-EA5A-4C5A-8BF8-F0529E94F18A}" srcOrd="0" destOrd="0" presId="urn:microsoft.com/office/officeart/2005/8/layout/orgChart1"/>
    <dgm:cxn modelId="{756525B3-51B4-4151-B058-0D657D0C0745}" srcId="{1FD3E1B8-2063-4B02-922A-0DC569E23311}" destId="{7EF5FEC3-D286-46BC-AA2F-DCE73DF931A0}" srcOrd="2" destOrd="0" parTransId="{46ED205B-94AB-4CF2-B85C-3082ED4F7D94}" sibTransId="{A27391C9-A211-406C-AB4E-5FC5BC7D8FA3}"/>
    <dgm:cxn modelId="{16D684B7-CF27-4405-B5AA-E38BED486A93}" type="presOf" srcId="{96C153C7-0C02-48F4-9F6A-0566177FA6E6}" destId="{2451704F-99DD-4858-ADB7-F0442CC1C1DF}" srcOrd="0" destOrd="0" presId="urn:microsoft.com/office/officeart/2005/8/layout/orgChart1"/>
    <dgm:cxn modelId="{B01994BA-0F6C-4984-8491-AF5709EB5550}" srcId="{D9E8DBCD-13FE-4E77-9E9A-9E5FC9907599}" destId="{E3C24FDC-210D-4D74-AD8B-AA3DB02EAF0B}" srcOrd="2" destOrd="0" parTransId="{F0D0FB12-E627-426F-92F2-D234C86438EB}" sibTransId="{E6F7BD21-0954-4AA3-AA07-1118F84E28B6}"/>
    <dgm:cxn modelId="{C437EABA-4320-4049-A282-A56868179FEC}" type="presOf" srcId="{BECDCAD0-18C4-4584-945D-209A700560DE}" destId="{02494E78-B89C-4BF3-A892-47AAB4C74A85}" srcOrd="1" destOrd="0" presId="urn:microsoft.com/office/officeart/2005/8/layout/orgChart1"/>
    <dgm:cxn modelId="{19B2B0BC-08DA-4D31-87D1-CD7C84A30ED7}" type="presOf" srcId="{D64EEFAC-1EBF-4C26-9040-204EE4D0BB22}" destId="{310BE40B-59F7-4660-8367-98CD8B61916B}" srcOrd="0" destOrd="0" presId="urn:microsoft.com/office/officeart/2005/8/layout/orgChart1"/>
    <dgm:cxn modelId="{0C5BE6BF-4044-44B5-B740-EE6CE82D25DB}" type="presOf" srcId="{AD6C1387-0094-4E8D-8568-E44242FFD7B4}" destId="{B1753C3E-95D3-45DD-9E66-6E07298910A8}" srcOrd="0" destOrd="0" presId="urn:microsoft.com/office/officeart/2005/8/layout/orgChart1"/>
    <dgm:cxn modelId="{3E1D87C0-3C0E-4280-B73D-B4155B1F9F94}" type="presOf" srcId="{990B19BC-EAD2-4215-9D9F-EB53871FC469}" destId="{9A909BC4-19F4-4FF3-90C6-36D53AA4D141}" srcOrd="1" destOrd="0" presId="urn:microsoft.com/office/officeart/2005/8/layout/orgChart1"/>
    <dgm:cxn modelId="{0E52D1C0-EE1C-467B-9192-02FCD4078B66}" type="presOf" srcId="{F9B2BCB3-B3B5-44D5-91B2-434AA3F7906F}" destId="{D76FAC42-2C00-461E-B1AB-733C5B110DEF}" srcOrd="1" destOrd="0" presId="urn:microsoft.com/office/officeart/2005/8/layout/orgChart1"/>
    <dgm:cxn modelId="{7B01F0C1-261E-4DEB-BF3B-60D8096C565F}" type="presOf" srcId="{AD6C1387-0094-4E8D-8568-E44242FFD7B4}" destId="{EF7FFF15-0486-4841-8CEA-2CB5B4AABCC7}" srcOrd="1" destOrd="0" presId="urn:microsoft.com/office/officeart/2005/8/layout/orgChart1"/>
    <dgm:cxn modelId="{2C4E63C3-B54B-47E5-9268-FD6B888AC07C}" type="presOf" srcId="{4AB66812-5149-4195-A2B6-AE74F0147E79}" destId="{603E818D-0047-4BC3-BBB7-5771839F7167}" srcOrd="0" destOrd="0" presId="urn:microsoft.com/office/officeart/2005/8/layout/orgChart1"/>
    <dgm:cxn modelId="{D175A8C8-659F-4CF1-BF8E-1A45FB5E4D0A}" type="presOf" srcId="{F3711472-B2B5-46D5-8204-C8274734584B}" destId="{62E4767A-D6DA-4199-A5FD-CD5B69D286AF}" srcOrd="0" destOrd="0" presId="urn:microsoft.com/office/officeart/2005/8/layout/orgChart1"/>
    <dgm:cxn modelId="{3CF245CB-65A0-4114-8544-12C8EF9E1475}" type="presOf" srcId="{F0D0FB12-E627-426F-92F2-D234C86438EB}" destId="{CB346326-1B73-4DA3-B003-0AF24E5B2DEC}" srcOrd="0" destOrd="0" presId="urn:microsoft.com/office/officeart/2005/8/layout/orgChart1"/>
    <dgm:cxn modelId="{BE246BD0-A74F-4BD8-BD4D-5B5A68E91F22}" type="presOf" srcId="{E6E8D1DE-2991-46D2-9B78-A54A026503D5}" destId="{93CDCE49-DBE1-420B-83CC-658946CF9DC0}" srcOrd="0" destOrd="0" presId="urn:microsoft.com/office/officeart/2005/8/layout/orgChart1"/>
    <dgm:cxn modelId="{DB8889D0-C8D6-4369-B4A7-E96D5BA957BE}" type="presOf" srcId="{65C0608C-980C-419F-9EDF-884635A9472B}" destId="{E3EE5DCA-ACFE-438D-A8F8-659676F38E65}" srcOrd="0" destOrd="0" presId="urn:microsoft.com/office/officeart/2005/8/layout/orgChart1"/>
    <dgm:cxn modelId="{48B51DD7-F7E4-497B-97F7-CD2625E0140B}" type="presOf" srcId="{F3711472-B2B5-46D5-8204-C8274734584B}" destId="{6F61CC1A-2220-4607-8763-FCC6A367EF48}" srcOrd="1" destOrd="0" presId="urn:microsoft.com/office/officeart/2005/8/layout/orgChart1"/>
    <dgm:cxn modelId="{DE3CEED7-2757-4C90-AD39-88E46AB6F8C3}" type="presOf" srcId="{FF3C1966-B878-48C2-A71F-66018C1E1495}" destId="{7D80E028-E6A7-4437-BD6F-D95A7A45A7A0}" srcOrd="0" destOrd="0" presId="urn:microsoft.com/office/officeart/2005/8/layout/orgChart1"/>
    <dgm:cxn modelId="{23E60EDA-97B5-4CB7-B477-233D5484172E}" srcId="{D9E8DBCD-13FE-4E77-9E9A-9E5FC9907599}" destId="{96C153C7-0C02-48F4-9F6A-0566177FA6E6}" srcOrd="5" destOrd="0" parTransId="{735BB9EC-79C3-465A-AEA4-CA678CAD0DA1}" sibTransId="{851C8EC6-B98A-4FB5-AB70-F6B598DDB3D9}"/>
    <dgm:cxn modelId="{38934ADB-203D-4535-9FD0-6BAB2F567E10}" type="presOf" srcId="{49D42219-9660-4C3E-A4C3-EE8155DF3353}" destId="{13E680A9-800B-4E6B-97EC-B3E811CA0FCA}" srcOrd="1" destOrd="0" presId="urn:microsoft.com/office/officeart/2005/8/layout/orgChart1"/>
    <dgm:cxn modelId="{9CAF3BDE-FCDF-4164-9E44-5AD11D12AA76}" type="presOf" srcId="{F4884643-8F53-43C5-8163-BCC39A76B487}" destId="{6BA1CE8A-F09C-4C16-99F8-BA065A5330DC}" srcOrd="0" destOrd="0" presId="urn:microsoft.com/office/officeart/2005/8/layout/orgChart1"/>
    <dgm:cxn modelId="{EF8BD3E0-5093-4B47-9384-15F1F363A33F}" srcId="{F3711472-B2B5-46D5-8204-C8274734584B}" destId="{FF3C1966-B878-48C2-A71F-66018C1E1495}" srcOrd="0" destOrd="0" parTransId="{4BBD2B01-2AE3-436D-8065-5857CF8496BC}" sibTransId="{F6208FC4-D468-4827-9377-329DAAE18269}"/>
    <dgm:cxn modelId="{C23FFEEE-49C5-4CF1-83A6-6CAD9E6B880C}" srcId="{49E4A9B6-E3CF-4266-B141-DC4DDA735A3A}" destId="{49D42219-9660-4C3E-A4C3-EE8155DF3353}" srcOrd="1" destOrd="0" parTransId="{65C0608C-980C-419F-9EDF-884635A9472B}" sibTransId="{77C52327-4096-4C5B-B4ED-7E6BB97772AA}"/>
    <dgm:cxn modelId="{5157ECEF-DA00-42F6-B1CF-53F11BBDE905}" type="presOf" srcId="{71BC71BA-87AF-42E6-B299-57524DE4204B}" destId="{7AEE7946-91A8-4181-8C4B-B753DE200DF3}" srcOrd="0" destOrd="0" presId="urn:microsoft.com/office/officeart/2005/8/layout/orgChart1"/>
    <dgm:cxn modelId="{8E630EF0-94C0-44A9-A576-499E558602C4}" type="presOf" srcId="{A5093C69-A01E-433F-B2FD-2915BD5512DB}" destId="{57549DF3-1C6B-4095-8BC0-DEDBA40D70D9}" srcOrd="0" destOrd="0" presId="urn:microsoft.com/office/officeart/2005/8/layout/orgChart1"/>
    <dgm:cxn modelId="{1E2FB7F0-4756-4314-A372-0ED0239A55D8}" srcId="{FF3C1966-B878-48C2-A71F-66018C1E1495}" destId="{C754D830-CFA0-460C-823C-A8705A6E3267}" srcOrd="0" destOrd="0" parTransId="{BEEABFAE-2A68-4BD8-B886-2DEC83BA3E9A}" sibTransId="{9FA97AE8-6320-427A-BEA4-520CF41A27AA}"/>
    <dgm:cxn modelId="{EAFFF1F2-C380-4DB1-8566-65B88188803D}" type="presOf" srcId="{F9B2BCB3-B3B5-44D5-91B2-434AA3F7906F}" destId="{0E736BFC-5496-41F2-A733-055358A6F719}" srcOrd="0" destOrd="0" presId="urn:microsoft.com/office/officeart/2005/8/layout/orgChart1"/>
    <dgm:cxn modelId="{372778F5-57AE-462E-821C-F5E53CBCCA5E}" type="presOf" srcId="{6211B630-0A99-4F26-9E73-28CE0E4B2D0F}" destId="{AF6AD0F4-7763-4693-9F2E-6EEC96E9EE53}" srcOrd="1" destOrd="0" presId="urn:microsoft.com/office/officeart/2005/8/layout/orgChart1"/>
    <dgm:cxn modelId="{FD4D59F5-B859-415F-83BD-03508FA7796F}" srcId="{D9E8DBCD-13FE-4E77-9E9A-9E5FC9907599}" destId="{C0B6BB88-1974-4A56-98F2-CF94D8411C3C}" srcOrd="0" destOrd="0" parTransId="{F4884643-8F53-43C5-8163-BCC39A76B487}" sibTransId="{6C7C0B22-92D9-44D4-817D-3C5A6181AEA7}"/>
    <dgm:cxn modelId="{47F3B3FA-4299-497A-832D-4E4312F46EFC}" type="presOf" srcId="{D9E8DBCD-13FE-4E77-9E9A-9E5FC9907599}" destId="{2CD42977-8E8A-4208-9FA9-1BEF57D59EC8}" srcOrd="0" destOrd="0" presId="urn:microsoft.com/office/officeart/2005/8/layout/orgChart1"/>
    <dgm:cxn modelId="{79582AFE-19D5-4B99-A6F5-992B7B6F0128}" type="presOf" srcId="{D35A3EC6-2451-483A-B915-D0EB1B33F2B2}" destId="{36228879-C60E-4406-8960-F4FB697AC483}" srcOrd="0" destOrd="0" presId="urn:microsoft.com/office/officeart/2005/8/layout/orgChart1"/>
    <dgm:cxn modelId="{F4E116FF-7E80-4F01-8818-503A37554F75}" type="presOf" srcId="{59799F77-5FA1-47D8-A744-BE1529461847}" destId="{DF2DB764-3746-434B-88C1-29563047A970}" srcOrd="0" destOrd="0" presId="urn:microsoft.com/office/officeart/2005/8/layout/orgChart1"/>
    <dgm:cxn modelId="{50D383E8-CCBA-4E5C-80CE-B3DFAEB9BC3C}" type="presParOf" srcId="{742E6001-FCFA-4A2D-96F0-58AE3726EA88}" destId="{E101365E-6460-4885-8C66-2EF162FA2B06}" srcOrd="0" destOrd="0" presId="urn:microsoft.com/office/officeart/2005/8/layout/orgChart1"/>
    <dgm:cxn modelId="{CA1E33F3-3CD7-4F11-BD8B-C2C7545C6BAE}" type="presParOf" srcId="{E101365E-6460-4885-8C66-2EF162FA2B06}" destId="{B560004D-5E70-4D65-B4B1-2479E63ED6C2}" srcOrd="0" destOrd="0" presId="urn:microsoft.com/office/officeart/2005/8/layout/orgChart1"/>
    <dgm:cxn modelId="{FEE71F91-7859-452A-A0A4-7D86073DBF90}" type="presParOf" srcId="{B560004D-5E70-4D65-B4B1-2479E63ED6C2}" destId="{DE04C7DA-5D3F-440F-9204-8638D146D7FC}" srcOrd="0" destOrd="0" presId="urn:microsoft.com/office/officeart/2005/8/layout/orgChart1"/>
    <dgm:cxn modelId="{26CAC988-951B-48CE-B3D5-D98EC9259B35}" type="presParOf" srcId="{B560004D-5E70-4D65-B4B1-2479E63ED6C2}" destId="{6BB5A4B3-787F-4739-B0D4-D73060E74A37}" srcOrd="1" destOrd="0" presId="urn:microsoft.com/office/officeart/2005/8/layout/orgChart1"/>
    <dgm:cxn modelId="{B0310CA0-7D05-4E68-9083-84EDEA9C1DCA}" type="presParOf" srcId="{E101365E-6460-4885-8C66-2EF162FA2B06}" destId="{9CD950D9-3CB1-45D9-BA54-9513538ED3D5}" srcOrd="1" destOrd="0" presId="urn:microsoft.com/office/officeart/2005/8/layout/orgChart1"/>
    <dgm:cxn modelId="{727B3464-67A7-4A70-A16D-E48A6EFCF329}" type="presParOf" srcId="{9CD950D9-3CB1-45D9-BA54-9513538ED3D5}" destId="{DD1E285D-8834-493B-985F-F5AB065C9819}" srcOrd="0" destOrd="0" presId="urn:microsoft.com/office/officeart/2005/8/layout/orgChart1"/>
    <dgm:cxn modelId="{280A9B41-2C06-4FD8-934B-5BE61B3B3B2C}" type="presParOf" srcId="{9CD950D9-3CB1-45D9-BA54-9513538ED3D5}" destId="{E0F261A6-F3EB-42D0-84C5-5FD64945480C}" srcOrd="1" destOrd="0" presId="urn:microsoft.com/office/officeart/2005/8/layout/orgChart1"/>
    <dgm:cxn modelId="{1E5EC819-2A7F-4AD6-BD74-9A03D43255A9}" type="presParOf" srcId="{E0F261A6-F3EB-42D0-84C5-5FD64945480C}" destId="{F4A49B84-C8F6-46C3-817B-60AF49926C33}" srcOrd="0" destOrd="0" presId="urn:microsoft.com/office/officeart/2005/8/layout/orgChart1"/>
    <dgm:cxn modelId="{A4268667-6AA8-4B52-9F80-FB8CD2459DB1}" type="presParOf" srcId="{F4A49B84-C8F6-46C3-817B-60AF49926C33}" destId="{563A3D89-D3ED-424B-B63F-4BADAB89FFD1}" srcOrd="0" destOrd="0" presId="urn:microsoft.com/office/officeart/2005/8/layout/orgChart1"/>
    <dgm:cxn modelId="{1E2A6CE6-A76D-4437-8552-5C87062F2DA6}" type="presParOf" srcId="{F4A49B84-C8F6-46C3-817B-60AF49926C33}" destId="{854367EA-F3A0-41DC-976C-F7A602B5EE64}" srcOrd="1" destOrd="0" presId="urn:microsoft.com/office/officeart/2005/8/layout/orgChart1"/>
    <dgm:cxn modelId="{9B0D3D25-4068-4A70-B059-1A0D72A290F8}" type="presParOf" srcId="{E0F261A6-F3EB-42D0-84C5-5FD64945480C}" destId="{EAE51CF5-02A5-4B75-A5F5-7F5AFEE97998}" srcOrd="1" destOrd="0" presId="urn:microsoft.com/office/officeart/2005/8/layout/orgChart1"/>
    <dgm:cxn modelId="{7D70F25A-DD62-46D0-A53F-804AAF5FA5E6}" type="presParOf" srcId="{EAE51CF5-02A5-4B75-A5F5-7F5AFEE97998}" destId="{C9DBCDA1-F359-46B5-89E4-A3462CAC8A2B}" srcOrd="0" destOrd="0" presId="urn:microsoft.com/office/officeart/2005/8/layout/orgChart1"/>
    <dgm:cxn modelId="{9703A6D5-8B22-489D-802B-DC1BA629EF86}" type="presParOf" srcId="{EAE51CF5-02A5-4B75-A5F5-7F5AFEE97998}" destId="{05C0EC88-791F-4C5A-BD05-B0732537B55B}" srcOrd="1" destOrd="0" presId="urn:microsoft.com/office/officeart/2005/8/layout/orgChart1"/>
    <dgm:cxn modelId="{FC900F07-581B-4290-A525-92718F277EDD}" type="presParOf" srcId="{05C0EC88-791F-4C5A-BD05-B0732537B55B}" destId="{0E29E0A9-FC7C-42C9-811F-69A3E357BB78}" srcOrd="0" destOrd="0" presId="urn:microsoft.com/office/officeart/2005/8/layout/orgChart1"/>
    <dgm:cxn modelId="{7C3715FE-F7CC-4C3F-8096-1943F07AFA1B}" type="presParOf" srcId="{0E29E0A9-FC7C-42C9-811F-69A3E357BB78}" destId="{36228879-C60E-4406-8960-F4FB697AC483}" srcOrd="0" destOrd="0" presId="urn:microsoft.com/office/officeart/2005/8/layout/orgChart1"/>
    <dgm:cxn modelId="{9975F916-2621-4DBB-9C10-684FC2FDB2B9}" type="presParOf" srcId="{0E29E0A9-FC7C-42C9-811F-69A3E357BB78}" destId="{14A10670-4F8C-47CF-97F6-7E20324A3F01}" srcOrd="1" destOrd="0" presId="urn:microsoft.com/office/officeart/2005/8/layout/orgChart1"/>
    <dgm:cxn modelId="{CE96F80E-685E-4D4D-B611-31BE2084BE2E}" type="presParOf" srcId="{05C0EC88-791F-4C5A-BD05-B0732537B55B}" destId="{205ADD38-A05A-461F-A85D-A6C5A05CE9CC}" srcOrd="1" destOrd="0" presId="urn:microsoft.com/office/officeart/2005/8/layout/orgChart1"/>
    <dgm:cxn modelId="{6122B395-0383-42E5-A7F5-B4FAD7F48E0B}" type="presParOf" srcId="{05C0EC88-791F-4C5A-BD05-B0732537B55B}" destId="{697CF9EE-4EDD-48E7-BBDD-47B4922EF496}" srcOrd="2" destOrd="0" presId="urn:microsoft.com/office/officeart/2005/8/layout/orgChart1"/>
    <dgm:cxn modelId="{E26FE354-9357-4B10-98AD-C9CB8BFE0FB4}" type="presParOf" srcId="{EAE51CF5-02A5-4B75-A5F5-7F5AFEE97998}" destId="{DF2DB764-3746-434B-88C1-29563047A970}" srcOrd="2" destOrd="0" presId="urn:microsoft.com/office/officeart/2005/8/layout/orgChart1"/>
    <dgm:cxn modelId="{084407EC-75C1-4344-9DBA-2A82F594FD36}" type="presParOf" srcId="{EAE51CF5-02A5-4B75-A5F5-7F5AFEE97998}" destId="{1B6ACFCD-1980-44DC-AF33-23BBD055EA13}" srcOrd="3" destOrd="0" presId="urn:microsoft.com/office/officeart/2005/8/layout/orgChart1"/>
    <dgm:cxn modelId="{A192FEFD-E263-4ECA-8291-B28693A9A1FC}" type="presParOf" srcId="{1B6ACFCD-1980-44DC-AF33-23BBD055EA13}" destId="{9700B37A-B7DB-49A7-A9D5-3CA3B2C2D2DF}" srcOrd="0" destOrd="0" presId="urn:microsoft.com/office/officeart/2005/8/layout/orgChart1"/>
    <dgm:cxn modelId="{A53A44FE-2190-4F21-9684-AB312F8090B1}" type="presParOf" srcId="{9700B37A-B7DB-49A7-A9D5-3CA3B2C2D2DF}" destId="{158CA877-1D9E-4A5E-9719-3F2933C7E821}" srcOrd="0" destOrd="0" presId="urn:microsoft.com/office/officeart/2005/8/layout/orgChart1"/>
    <dgm:cxn modelId="{637838E0-74CD-42C9-BD14-A66C37132F96}" type="presParOf" srcId="{9700B37A-B7DB-49A7-A9D5-3CA3B2C2D2DF}" destId="{9A909BC4-19F4-4FF3-90C6-36D53AA4D141}" srcOrd="1" destOrd="0" presId="urn:microsoft.com/office/officeart/2005/8/layout/orgChart1"/>
    <dgm:cxn modelId="{FC4E05E0-33D6-4BC7-9135-824A53A79E68}" type="presParOf" srcId="{1B6ACFCD-1980-44DC-AF33-23BBD055EA13}" destId="{C80C9C22-5D58-4360-B8FF-D73F04068EC6}" srcOrd="1" destOrd="0" presId="urn:microsoft.com/office/officeart/2005/8/layout/orgChart1"/>
    <dgm:cxn modelId="{C3C033C3-9B12-4197-93EA-25159F7D476A}" type="presParOf" srcId="{1B6ACFCD-1980-44DC-AF33-23BBD055EA13}" destId="{24A02BE4-E248-423F-B7D8-A46A473BC7E2}" srcOrd="2" destOrd="0" presId="urn:microsoft.com/office/officeart/2005/8/layout/orgChart1"/>
    <dgm:cxn modelId="{6AE3D6F5-FF1D-4C10-9B43-E7290B736E21}" type="presParOf" srcId="{EAE51CF5-02A5-4B75-A5F5-7F5AFEE97998}" destId="{79291C02-482C-444E-A726-98D6EAA08807}" srcOrd="4" destOrd="0" presId="urn:microsoft.com/office/officeart/2005/8/layout/orgChart1"/>
    <dgm:cxn modelId="{C581E67E-BF3B-42F7-ACF2-8EEB514332D3}" type="presParOf" srcId="{EAE51CF5-02A5-4B75-A5F5-7F5AFEE97998}" destId="{9C57D9BA-DDBC-421B-AD53-5D916C2F492E}" srcOrd="5" destOrd="0" presId="urn:microsoft.com/office/officeart/2005/8/layout/orgChart1"/>
    <dgm:cxn modelId="{5BBA3BE6-B5E7-48AB-B1FB-52AFDBCB97CA}" type="presParOf" srcId="{9C57D9BA-DDBC-421B-AD53-5D916C2F492E}" destId="{AA93464B-1182-4124-A5FC-5693EDED7961}" srcOrd="0" destOrd="0" presId="urn:microsoft.com/office/officeart/2005/8/layout/orgChart1"/>
    <dgm:cxn modelId="{564001A5-E64E-4D47-8569-31B641345F18}" type="presParOf" srcId="{AA93464B-1182-4124-A5FC-5693EDED7961}" destId="{50FC2F56-9BD4-404F-85CE-4181DC1403E8}" srcOrd="0" destOrd="0" presId="urn:microsoft.com/office/officeart/2005/8/layout/orgChart1"/>
    <dgm:cxn modelId="{B12BA07A-084D-44E0-BCD5-A0D74A860F2E}" type="presParOf" srcId="{AA93464B-1182-4124-A5FC-5693EDED7961}" destId="{F18A3643-1F4F-41F4-A739-4573747E357B}" srcOrd="1" destOrd="0" presId="urn:microsoft.com/office/officeart/2005/8/layout/orgChart1"/>
    <dgm:cxn modelId="{E7EAEA55-5B1C-44AA-B677-22B61609DF37}" type="presParOf" srcId="{9C57D9BA-DDBC-421B-AD53-5D916C2F492E}" destId="{F5758FC5-2AB4-47B8-9E3B-99AF8CB46F25}" srcOrd="1" destOrd="0" presId="urn:microsoft.com/office/officeart/2005/8/layout/orgChart1"/>
    <dgm:cxn modelId="{34CEF2D7-A6A2-4076-877F-75D5D24D5DE4}" type="presParOf" srcId="{9C57D9BA-DDBC-421B-AD53-5D916C2F492E}" destId="{19DE14B6-15D8-4B22-B8E0-FB80365ABAD7}" srcOrd="2" destOrd="0" presId="urn:microsoft.com/office/officeart/2005/8/layout/orgChart1"/>
    <dgm:cxn modelId="{C92E2035-B110-49F3-A24F-6CCDCFBFAD95}" type="presParOf" srcId="{E0F261A6-F3EB-42D0-84C5-5FD64945480C}" destId="{BCA5D47E-DFBF-4D6B-8321-4C0CA9509A68}" srcOrd="2" destOrd="0" presId="urn:microsoft.com/office/officeart/2005/8/layout/orgChart1"/>
    <dgm:cxn modelId="{9256B19C-5867-4F60-BB46-C1D23A972A53}" type="presParOf" srcId="{9CD950D9-3CB1-45D9-BA54-9513538ED3D5}" destId="{93CDCE49-DBE1-420B-83CC-658946CF9DC0}" srcOrd="2" destOrd="0" presId="urn:microsoft.com/office/officeart/2005/8/layout/orgChart1"/>
    <dgm:cxn modelId="{BE28C1FB-559C-4705-89AC-DEAFB0ADA2EA}" type="presParOf" srcId="{9CD950D9-3CB1-45D9-BA54-9513538ED3D5}" destId="{35275DA1-5BB5-46B0-95AB-8807C3D1AC4A}" srcOrd="3" destOrd="0" presId="urn:microsoft.com/office/officeart/2005/8/layout/orgChart1"/>
    <dgm:cxn modelId="{B573FCC1-73C9-4F05-B851-C9BA90D13C93}" type="presParOf" srcId="{35275DA1-5BB5-46B0-95AB-8807C3D1AC4A}" destId="{5AE052FF-7D4C-4DF1-9DA8-EE6CC6CB8263}" srcOrd="0" destOrd="0" presId="urn:microsoft.com/office/officeart/2005/8/layout/orgChart1"/>
    <dgm:cxn modelId="{D8CE6FE9-66BB-4C08-9828-2F9674E79068}" type="presParOf" srcId="{5AE052FF-7D4C-4DF1-9DA8-EE6CC6CB8263}" destId="{62E4767A-D6DA-4199-A5FD-CD5B69D286AF}" srcOrd="0" destOrd="0" presId="urn:microsoft.com/office/officeart/2005/8/layout/orgChart1"/>
    <dgm:cxn modelId="{ABB99BBF-A7E2-42AC-A3BC-1B5C140EA275}" type="presParOf" srcId="{5AE052FF-7D4C-4DF1-9DA8-EE6CC6CB8263}" destId="{6F61CC1A-2220-4607-8763-FCC6A367EF48}" srcOrd="1" destOrd="0" presId="urn:microsoft.com/office/officeart/2005/8/layout/orgChart1"/>
    <dgm:cxn modelId="{4293E0EF-66A4-4E05-B206-A92AEBDA58E5}" type="presParOf" srcId="{35275DA1-5BB5-46B0-95AB-8807C3D1AC4A}" destId="{D769B68A-6F80-4B6A-8672-9CAC089CCB20}" srcOrd="1" destOrd="0" presId="urn:microsoft.com/office/officeart/2005/8/layout/orgChart1"/>
    <dgm:cxn modelId="{06336959-9C4F-4486-A4D2-80807C9741E7}" type="presParOf" srcId="{D769B68A-6F80-4B6A-8672-9CAC089CCB20}" destId="{5DA314C5-7A92-4587-83E0-34D5C983F48C}" srcOrd="0" destOrd="0" presId="urn:microsoft.com/office/officeart/2005/8/layout/orgChart1"/>
    <dgm:cxn modelId="{32AA94D3-D8AB-4586-9C8B-99E8D6F904F1}" type="presParOf" srcId="{D769B68A-6F80-4B6A-8672-9CAC089CCB20}" destId="{9EED7D84-9F4A-46A2-9F06-95C69FD531E9}" srcOrd="1" destOrd="0" presId="urn:microsoft.com/office/officeart/2005/8/layout/orgChart1"/>
    <dgm:cxn modelId="{7C3E18C8-47E5-4077-B609-FC83B6A2271A}" type="presParOf" srcId="{9EED7D84-9F4A-46A2-9F06-95C69FD531E9}" destId="{E430EE18-1ABC-4E52-9686-45EBBED8F2F9}" srcOrd="0" destOrd="0" presId="urn:microsoft.com/office/officeart/2005/8/layout/orgChart1"/>
    <dgm:cxn modelId="{7FE23A52-8B97-49C3-8949-7989A6DA60BF}" type="presParOf" srcId="{E430EE18-1ABC-4E52-9686-45EBBED8F2F9}" destId="{7D80E028-E6A7-4437-BD6F-D95A7A45A7A0}" srcOrd="0" destOrd="0" presId="urn:microsoft.com/office/officeart/2005/8/layout/orgChart1"/>
    <dgm:cxn modelId="{00DBDB13-32F3-471A-B045-D456613567F3}" type="presParOf" srcId="{E430EE18-1ABC-4E52-9686-45EBBED8F2F9}" destId="{C9FA6379-E460-46F2-AF99-30C438A6E472}" srcOrd="1" destOrd="0" presId="urn:microsoft.com/office/officeart/2005/8/layout/orgChart1"/>
    <dgm:cxn modelId="{2F2FBC36-A3C5-4EB9-8E3C-1ED41D1AF5F5}" type="presParOf" srcId="{9EED7D84-9F4A-46A2-9F06-95C69FD531E9}" destId="{F7D044E5-C506-45DF-84C8-1A2B0C072BE8}" srcOrd="1" destOrd="0" presId="urn:microsoft.com/office/officeart/2005/8/layout/orgChart1"/>
    <dgm:cxn modelId="{E3C01286-8A9F-452F-9A85-B37CF813BD9C}" type="presParOf" srcId="{F7D044E5-C506-45DF-84C8-1A2B0C072BE8}" destId="{082E48E0-28CE-47BE-A948-6551A56292D5}" srcOrd="0" destOrd="0" presId="urn:microsoft.com/office/officeart/2005/8/layout/orgChart1"/>
    <dgm:cxn modelId="{2C13C9F9-67F4-4E63-B0B5-934DB8AB90D3}" type="presParOf" srcId="{F7D044E5-C506-45DF-84C8-1A2B0C072BE8}" destId="{C9C2B3FA-B183-4822-BB70-BC4DC9354BC0}" srcOrd="1" destOrd="0" presId="urn:microsoft.com/office/officeart/2005/8/layout/orgChart1"/>
    <dgm:cxn modelId="{8CC88A13-7C12-47C2-9E3A-03947437771A}" type="presParOf" srcId="{C9C2B3FA-B183-4822-BB70-BC4DC9354BC0}" destId="{ADD4602E-C58B-4CCD-9C41-9FEF9B620CD2}" srcOrd="0" destOrd="0" presId="urn:microsoft.com/office/officeart/2005/8/layout/orgChart1"/>
    <dgm:cxn modelId="{D286A6C6-46D3-4812-8B45-F0E60C334858}" type="presParOf" srcId="{ADD4602E-C58B-4CCD-9C41-9FEF9B620CD2}" destId="{DE43E62C-14EB-4216-851B-C2168C58C126}" srcOrd="0" destOrd="0" presId="urn:microsoft.com/office/officeart/2005/8/layout/orgChart1"/>
    <dgm:cxn modelId="{D7BA7588-7028-4647-B3D8-4510C3A01AE4}" type="presParOf" srcId="{ADD4602E-C58B-4CCD-9C41-9FEF9B620CD2}" destId="{60171B4F-F2A5-42FE-B774-66C50B609FAE}" srcOrd="1" destOrd="0" presId="urn:microsoft.com/office/officeart/2005/8/layout/orgChart1"/>
    <dgm:cxn modelId="{F5C01A37-6AC0-44DF-88B1-B8943D41A724}" type="presParOf" srcId="{C9C2B3FA-B183-4822-BB70-BC4DC9354BC0}" destId="{145330C0-FB33-4A16-9CFD-618803087DE5}" srcOrd="1" destOrd="0" presId="urn:microsoft.com/office/officeart/2005/8/layout/orgChart1"/>
    <dgm:cxn modelId="{7C220194-E15D-4AC4-A829-93DD94D684A0}" type="presParOf" srcId="{C9C2B3FA-B183-4822-BB70-BC4DC9354BC0}" destId="{E8A35F5D-99FE-4C37-8B47-5E704813BDA4}" srcOrd="2" destOrd="0" presId="urn:microsoft.com/office/officeart/2005/8/layout/orgChart1"/>
    <dgm:cxn modelId="{D8E38D18-D394-4AEA-BEC3-3C8C2F940B05}" type="presParOf" srcId="{9EED7D84-9F4A-46A2-9F06-95C69FD531E9}" destId="{0CDE836D-83A0-4E4A-B67F-5206CF54A1DF}" srcOrd="2" destOrd="0" presId="urn:microsoft.com/office/officeart/2005/8/layout/orgChart1"/>
    <dgm:cxn modelId="{8BEA3364-0080-4272-9B57-C0F2255B205D}" type="presParOf" srcId="{D769B68A-6F80-4B6A-8672-9CAC089CCB20}" destId="{A75A9C4F-FB43-45AF-858A-99F3430AEA4F}" srcOrd="2" destOrd="0" presId="urn:microsoft.com/office/officeart/2005/8/layout/orgChart1"/>
    <dgm:cxn modelId="{C05A7D6D-1757-4C42-B609-82272DC6FDD6}" type="presParOf" srcId="{D769B68A-6F80-4B6A-8672-9CAC089CCB20}" destId="{3609B58A-9FB5-4C64-9549-39F2C1414F9C}" srcOrd="3" destOrd="0" presId="urn:microsoft.com/office/officeart/2005/8/layout/orgChart1"/>
    <dgm:cxn modelId="{F4CA54D5-393A-4587-9594-5BADCFC11F8D}" type="presParOf" srcId="{3609B58A-9FB5-4C64-9549-39F2C1414F9C}" destId="{FBFEEC62-8AAD-4BB7-BE45-F23F1C433DDE}" srcOrd="0" destOrd="0" presId="urn:microsoft.com/office/officeart/2005/8/layout/orgChart1"/>
    <dgm:cxn modelId="{BD7496E4-71CD-4B0F-9664-C83C41CFA94D}" type="presParOf" srcId="{FBFEEC62-8AAD-4BB7-BE45-F23F1C433DDE}" destId="{310BE40B-59F7-4660-8367-98CD8B61916B}" srcOrd="0" destOrd="0" presId="urn:microsoft.com/office/officeart/2005/8/layout/orgChart1"/>
    <dgm:cxn modelId="{43785472-7D24-41AE-805E-351E3CE704B0}" type="presParOf" srcId="{FBFEEC62-8AAD-4BB7-BE45-F23F1C433DDE}" destId="{5EC5E701-2252-411E-B922-D62225C79B33}" srcOrd="1" destOrd="0" presId="urn:microsoft.com/office/officeart/2005/8/layout/orgChart1"/>
    <dgm:cxn modelId="{C80524EF-9788-4FA3-ADE2-E082659D550B}" type="presParOf" srcId="{3609B58A-9FB5-4C64-9549-39F2C1414F9C}" destId="{BEDD3EF8-96D2-4654-B737-DA4AFA5FDC1B}" srcOrd="1" destOrd="0" presId="urn:microsoft.com/office/officeart/2005/8/layout/orgChart1"/>
    <dgm:cxn modelId="{B7D8966A-51B6-40E7-A155-26081BEC826C}" type="presParOf" srcId="{BEDD3EF8-96D2-4654-B737-DA4AFA5FDC1B}" destId="{CCDFD3BA-F133-4868-BAE6-80E946A0DDDB}" srcOrd="0" destOrd="0" presId="urn:microsoft.com/office/officeart/2005/8/layout/orgChart1"/>
    <dgm:cxn modelId="{1B797480-5DBF-4EB2-A1F2-40502BFAFF01}" type="presParOf" srcId="{BEDD3EF8-96D2-4654-B737-DA4AFA5FDC1B}" destId="{95E9F571-D66A-44F5-A60D-A8D5F359911D}" srcOrd="1" destOrd="0" presId="urn:microsoft.com/office/officeart/2005/8/layout/orgChart1"/>
    <dgm:cxn modelId="{4E9B28FC-000A-4250-8DAD-560EFB05A59B}" type="presParOf" srcId="{95E9F571-D66A-44F5-A60D-A8D5F359911D}" destId="{ED109708-D33F-403C-9FA0-7C1CBB2F8CAB}" srcOrd="0" destOrd="0" presId="urn:microsoft.com/office/officeart/2005/8/layout/orgChart1"/>
    <dgm:cxn modelId="{B658E236-0ABE-4131-9DB7-B6628528B13F}" type="presParOf" srcId="{ED109708-D33F-403C-9FA0-7C1CBB2F8CAB}" destId="{0F868D3D-CB75-4BDD-AFC2-F67135C274FC}" srcOrd="0" destOrd="0" presId="urn:microsoft.com/office/officeart/2005/8/layout/orgChart1"/>
    <dgm:cxn modelId="{E1C6A5EB-13CF-48C2-B926-179E047CACD1}" type="presParOf" srcId="{ED109708-D33F-403C-9FA0-7C1CBB2F8CAB}" destId="{A158CF17-E332-45A4-B3FC-7B4C19ED970E}" srcOrd="1" destOrd="0" presId="urn:microsoft.com/office/officeart/2005/8/layout/orgChart1"/>
    <dgm:cxn modelId="{3C3EB62F-162C-419F-B54C-F7B1A1B76F21}" type="presParOf" srcId="{95E9F571-D66A-44F5-A60D-A8D5F359911D}" destId="{F576693F-CB84-4387-8688-67E6318E4A38}" srcOrd="1" destOrd="0" presId="urn:microsoft.com/office/officeart/2005/8/layout/orgChart1"/>
    <dgm:cxn modelId="{566DADC7-1AF8-42E6-B574-B9CBA5603CCB}" type="presParOf" srcId="{95E9F571-D66A-44F5-A60D-A8D5F359911D}" destId="{FF2D9B0B-95B9-4BCD-964C-B47924CDE8C2}" srcOrd="2" destOrd="0" presId="urn:microsoft.com/office/officeart/2005/8/layout/orgChart1"/>
    <dgm:cxn modelId="{4950AD71-1A40-4847-AA54-D6688F5535FB}" type="presParOf" srcId="{3609B58A-9FB5-4C64-9549-39F2C1414F9C}" destId="{74FEF233-1705-4BC9-B20C-3EF922015CD3}" srcOrd="2" destOrd="0" presId="urn:microsoft.com/office/officeart/2005/8/layout/orgChart1"/>
    <dgm:cxn modelId="{94C4CA24-58DF-477D-BBA4-CF9411ECF1E8}" type="presParOf" srcId="{D769B68A-6F80-4B6A-8672-9CAC089CCB20}" destId="{57549DF3-1C6B-4095-8BC0-DEDBA40D70D9}" srcOrd="4" destOrd="0" presId="urn:microsoft.com/office/officeart/2005/8/layout/orgChart1"/>
    <dgm:cxn modelId="{0C671C24-0599-4F0B-AE4F-7A983F14AFDD}" type="presParOf" srcId="{D769B68A-6F80-4B6A-8672-9CAC089CCB20}" destId="{1A09382D-3682-499C-89F3-507CFB5604CA}" srcOrd="5" destOrd="0" presId="urn:microsoft.com/office/officeart/2005/8/layout/orgChart1"/>
    <dgm:cxn modelId="{E375B203-8E03-4FB2-8E1F-DD8E3CDCFB87}" type="presParOf" srcId="{1A09382D-3682-499C-89F3-507CFB5604CA}" destId="{2B4230BC-7782-4271-BF6F-E8BA6A4B4C70}" srcOrd="0" destOrd="0" presId="urn:microsoft.com/office/officeart/2005/8/layout/orgChart1"/>
    <dgm:cxn modelId="{F05BA9DA-E271-4D06-ADFA-C097F49E9DBB}" type="presParOf" srcId="{2B4230BC-7782-4271-BF6F-E8BA6A4B4C70}" destId="{ED596E45-1693-425D-BE7D-0389124BE53C}" srcOrd="0" destOrd="0" presId="urn:microsoft.com/office/officeart/2005/8/layout/orgChart1"/>
    <dgm:cxn modelId="{E58C77B6-D86C-419B-817B-FCF9EC3D1077}" type="presParOf" srcId="{2B4230BC-7782-4271-BF6F-E8BA6A4B4C70}" destId="{74A602C2-6C1A-416B-94CE-26BE964A733F}" srcOrd="1" destOrd="0" presId="urn:microsoft.com/office/officeart/2005/8/layout/orgChart1"/>
    <dgm:cxn modelId="{A62A927B-A2DD-48B7-A6EA-8A848AE03B85}" type="presParOf" srcId="{1A09382D-3682-499C-89F3-507CFB5604CA}" destId="{6FF10619-9288-4BD1-84B3-8A1800DD9BF8}" srcOrd="1" destOrd="0" presId="urn:microsoft.com/office/officeart/2005/8/layout/orgChart1"/>
    <dgm:cxn modelId="{30426D01-1861-46A1-8229-DF345A85F4BF}" type="presParOf" srcId="{6FF10619-9288-4BD1-84B3-8A1800DD9BF8}" destId="{D6A7A4DE-88A6-41F1-A106-813152AA03C6}" srcOrd="0" destOrd="0" presId="urn:microsoft.com/office/officeart/2005/8/layout/orgChart1"/>
    <dgm:cxn modelId="{7ED77396-4905-4041-9765-2C517EC60C97}" type="presParOf" srcId="{6FF10619-9288-4BD1-84B3-8A1800DD9BF8}" destId="{07F56A3C-C767-4D42-A665-C148509437D6}" srcOrd="1" destOrd="0" presId="urn:microsoft.com/office/officeart/2005/8/layout/orgChart1"/>
    <dgm:cxn modelId="{6685459D-E9C8-4907-A139-BC472F5EBFCD}" type="presParOf" srcId="{07F56A3C-C767-4D42-A665-C148509437D6}" destId="{2B833413-12AF-4BA9-AD21-4E40631506F6}" srcOrd="0" destOrd="0" presId="urn:microsoft.com/office/officeart/2005/8/layout/orgChart1"/>
    <dgm:cxn modelId="{3288A51A-FDC6-4EC8-92B0-704919CF8E47}" type="presParOf" srcId="{2B833413-12AF-4BA9-AD21-4E40631506F6}" destId="{26BFE972-553E-442E-8D51-E6AD25D7A54C}" srcOrd="0" destOrd="0" presId="urn:microsoft.com/office/officeart/2005/8/layout/orgChart1"/>
    <dgm:cxn modelId="{984C61B5-ABB8-4B55-81EF-5EC69F16822E}" type="presParOf" srcId="{2B833413-12AF-4BA9-AD21-4E40631506F6}" destId="{AF6AD0F4-7763-4693-9F2E-6EEC96E9EE53}" srcOrd="1" destOrd="0" presId="urn:microsoft.com/office/officeart/2005/8/layout/orgChart1"/>
    <dgm:cxn modelId="{488BA2BE-35F4-4BC8-9A54-2F02D92062A6}" type="presParOf" srcId="{07F56A3C-C767-4D42-A665-C148509437D6}" destId="{B997A662-18F7-4A0E-A959-EFDA7A1DE5CC}" srcOrd="1" destOrd="0" presId="urn:microsoft.com/office/officeart/2005/8/layout/orgChart1"/>
    <dgm:cxn modelId="{B25F1A98-C6B6-4F77-AD42-32F269F032D9}" type="presParOf" srcId="{07F56A3C-C767-4D42-A665-C148509437D6}" destId="{AFE44DCA-B2A9-4AB1-9421-91F379C3331C}" srcOrd="2" destOrd="0" presId="urn:microsoft.com/office/officeart/2005/8/layout/orgChart1"/>
    <dgm:cxn modelId="{EDE630F8-3534-42A5-AA7F-F5EE134902D7}" type="presParOf" srcId="{1A09382D-3682-499C-89F3-507CFB5604CA}" destId="{77A08635-75C3-4D8F-A141-1FB97A1B1091}" srcOrd="2" destOrd="0" presId="urn:microsoft.com/office/officeart/2005/8/layout/orgChart1"/>
    <dgm:cxn modelId="{CBF58DAB-60D9-4D35-B0A7-4A08D1EC0288}" type="presParOf" srcId="{35275DA1-5BB5-46B0-95AB-8807C3D1AC4A}" destId="{7A183EB5-E72E-4370-A8CA-4B6131E89F3B}" srcOrd="2" destOrd="0" presId="urn:microsoft.com/office/officeart/2005/8/layout/orgChart1"/>
    <dgm:cxn modelId="{297C91C3-9CCE-4B24-B952-EC6C5E1239D3}" type="presParOf" srcId="{9CD950D9-3CB1-45D9-BA54-9513538ED3D5}" destId="{6581F606-7A7C-4DD4-92A8-0DF1AE2FF641}" srcOrd="4" destOrd="0" presId="urn:microsoft.com/office/officeart/2005/8/layout/orgChart1"/>
    <dgm:cxn modelId="{D067163A-E0DE-4C43-8686-6AC10B8C0570}" type="presParOf" srcId="{9CD950D9-3CB1-45D9-BA54-9513538ED3D5}" destId="{6B50A8DD-3BD8-4880-92F5-7C7118F79083}" srcOrd="5" destOrd="0" presId="urn:microsoft.com/office/officeart/2005/8/layout/orgChart1"/>
    <dgm:cxn modelId="{00D8CDDB-BFC6-43DD-AB7C-0649483D4BAD}" type="presParOf" srcId="{6B50A8DD-3BD8-4880-92F5-7C7118F79083}" destId="{57123E7A-D5A7-4EC4-8741-06C3A41EA5BC}" srcOrd="0" destOrd="0" presId="urn:microsoft.com/office/officeart/2005/8/layout/orgChart1"/>
    <dgm:cxn modelId="{94EF4C97-313F-45BC-A63D-73076EF94CB5}" type="presParOf" srcId="{57123E7A-D5A7-4EC4-8741-06C3A41EA5BC}" destId="{2061AB7C-EA5A-4C5A-8BF8-F0529E94F18A}" srcOrd="0" destOrd="0" presId="urn:microsoft.com/office/officeart/2005/8/layout/orgChart1"/>
    <dgm:cxn modelId="{7273BED3-1B5B-417E-8F49-C7A77A92E151}" type="presParOf" srcId="{57123E7A-D5A7-4EC4-8741-06C3A41EA5BC}" destId="{FEA2E091-7712-43BE-B2E0-12F5D9B1D289}" srcOrd="1" destOrd="0" presId="urn:microsoft.com/office/officeart/2005/8/layout/orgChart1"/>
    <dgm:cxn modelId="{D44D5AD8-FB72-4D89-80AE-C58039DDA0FE}" type="presParOf" srcId="{6B50A8DD-3BD8-4880-92F5-7C7118F79083}" destId="{B0FFACC6-7E0B-490C-9789-78EE2CAAEF27}" srcOrd="1" destOrd="0" presId="urn:microsoft.com/office/officeart/2005/8/layout/orgChart1"/>
    <dgm:cxn modelId="{D709CD1F-3B97-4A8D-A8C0-40FAD4E594C0}" type="presParOf" srcId="{B0FFACC6-7E0B-490C-9789-78EE2CAAEF27}" destId="{134FBE3C-6CED-4D0A-8DF5-043D12089F82}" srcOrd="0" destOrd="0" presId="urn:microsoft.com/office/officeart/2005/8/layout/orgChart1"/>
    <dgm:cxn modelId="{74FA6CFA-89EE-487E-A6AA-E7C4980D0366}" type="presParOf" srcId="{B0FFACC6-7E0B-490C-9789-78EE2CAAEF27}" destId="{C68D02BC-9A3A-4954-A860-23E69A623F95}" srcOrd="1" destOrd="0" presId="urn:microsoft.com/office/officeart/2005/8/layout/orgChart1"/>
    <dgm:cxn modelId="{CB53EE04-D228-4B73-9C17-BD00B9596008}" type="presParOf" srcId="{C68D02BC-9A3A-4954-A860-23E69A623F95}" destId="{4A7A446E-3DFB-4261-B1B7-4ACA14A3C2C4}" srcOrd="0" destOrd="0" presId="urn:microsoft.com/office/officeart/2005/8/layout/orgChart1"/>
    <dgm:cxn modelId="{4C3AAC48-493F-45A6-B8A9-574078C3393B}" type="presParOf" srcId="{4A7A446E-3DFB-4261-B1B7-4ACA14A3C2C4}" destId="{B1753C3E-95D3-45DD-9E66-6E07298910A8}" srcOrd="0" destOrd="0" presId="urn:microsoft.com/office/officeart/2005/8/layout/orgChart1"/>
    <dgm:cxn modelId="{39589DE8-14C8-4B78-8167-1873CA0F408E}" type="presParOf" srcId="{4A7A446E-3DFB-4261-B1B7-4ACA14A3C2C4}" destId="{EF7FFF15-0486-4841-8CEA-2CB5B4AABCC7}" srcOrd="1" destOrd="0" presId="urn:microsoft.com/office/officeart/2005/8/layout/orgChart1"/>
    <dgm:cxn modelId="{179D44B8-0117-4CC6-A989-0495C6B5B401}" type="presParOf" srcId="{C68D02BC-9A3A-4954-A860-23E69A623F95}" destId="{59040646-8976-44BF-B456-E9F30B3E694D}" srcOrd="1" destOrd="0" presId="urn:microsoft.com/office/officeart/2005/8/layout/orgChart1"/>
    <dgm:cxn modelId="{13A1C501-E5F7-4A50-9586-B9F239E4485E}" type="presParOf" srcId="{C68D02BC-9A3A-4954-A860-23E69A623F95}" destId="{0D0C9A97-B0D0-46F4-B209-19C4373CF15A}" srcOrd="2" destOrd="0" presId="urn:microsoft.com/office/officeart/2005/8/layout/orgChart1"/>
    <dgm:cxn modelId="{021E27E2-36CF-4F4C-BECC-562CDE6EB37D}" type="presParOf" srcId="{B0FFACC6-7E0B-490C-9789-78EE2CAAEF27}" destId="{E3EE5DCA-ACFE-438D-A8F8-659676F38E65}" srcOrd="2" destOrd="0" presId="urn:microsoft.com/office/officeart/2005/8/layout/orgChart1"/>
    <dgm:cxn modelId="{7DB73C94-D98B-41D5-968F-E212DAD3D116}" type="presParOf" srcId="{B0FFACC6-7E0B-490C-9789-78EE2CAAEF27}" destId="{770A0E2E-465E-44EF-9792-9CED16EFDFE9}" srcOrd="3" destOrd="0" presId="urn:microsoft.com/office/officeart/2005/8/layout/orgChart1"/>
    <dgm:cxn modelId="{228F5AF3-9845-4421-B7AA-8EF704FAD5FF}" type="presParOf" srcId="{770A0E2E-465E-44EF-9792-9CED16EFDFE9}" destId="{D805F423-DEB6-4F7F-A852-42CAEBF277B9}" srcOrd="0" destOrd="0" presId="urn:microsoft.com/office/officeart/2005/8/layout/orgChart1"/>
    <dgm:cxn modelId="{D724213F-DC78-4E41-A6A6-9166A569ABF5}" type="presParOf" srcId="{D805F423-DEB6-4F7F-A852-42CAEBF277B9}" destId="{7988BB70-C28D-49C9-8E13-ED161CFA688D}" srcOrd="0" destOrd="0" presId="urn:microsoft.com/office/officeart/2005/8/layout/orgChart1"/>
    <dgm:cxn modelId="{C900B291-8878-45D0-AB52-EA56BCDD9736}" type="presParOf" srcId="{D805F423-DEB6-4F7F-A852-42CAEBF277B9}" destId="{13E680A9-800B-4E6B-97EC-B3E811CA0FCA}" srcOrd="1" destOrd="0" presId="urn:microsoft.com/office/officeart/2005/8/layout/orgChart1"/>
    <dgm:cxn modelId="{1F0282E3-41A2-4D82-88C1-F9A45D839B77}" type="presParOf" srcId="{770A0E2E-465E-44EF-9792-9CED16EFDFE9}" destId="{6A4D4354-60E1-4479-8513-7B93C56D6914}" srcOrd="1" destOrd="0" presId="urn:microsoft.com/office/officeart/2005/8/layout/orgChart1"/>
    <dgm:cxn modelId="{9720AE5F-70B4-46BB-BA88-569117006365}" type="presParOf" srcId="{770A0E2E-465E-44EF-9792-9CED16EFDFE9}" destId="{4D58757E-E471-4081-A582-05F3962B55D3}" srcOrd="2" destOrd="0" presId="urn:microsoft.com/office/officeart/2005/8/layout/orgChart1"/>
    <dgm:cxn modelId="{6CB17C37-A646-44D5-9C13-7BD9A0ACDEFD}" type="presParOf" srcId="{B0FFACC6-7E0B-490C-9789-78EE2CAAEF27}" destId="{2440D4C2-6E0B-485B-BEC1-03EC7E0E9EE6}" srcOrd="4" destOrd="0" presId="urn:microsoft.com/office/officeart/2005/8/layout/orgChart1"/>
    <dgm:cxn modelId="{2CCC9DF3-A734-449C-821F-531DBDEF5333}" type="presParOf" srcId="{B0FFACC6-7E0B-490C-9789-78EE2CAAEF27}" destId="{83F9BD65-CD43-4E1C-B747-67D5D52C2865}" srcOrd="5" destOrd="0" presId="urn:microsoft.com/office/officeart/2005/8/layout/orgChart1"/>
    <dgm:cxn modelId="{0A7A3D3F-5E24-4D4D-BC74-978C0FBD8917}" type="presParOf" srcId="{83F9BD65-CD43-4E1C-B747-67D5D52C2865}" destId="{A8AB4635-6457-4965-BFDA-359F0E7A139B}" srcOrd="0" destOrd="0" presId="urn:microsoft.com/office/officeart/2005/8/layout/orgChart1"/>
    <dgm:cxn modelId="{3359E2BC-4DCD-426D-AAFA-3D11706D5E6C}" type="presParOf" srcId="{A8AB4635-6457-4965-BFDA-359F0E7A139B}" destId="{7AEE7946-91A8-4181-8C4B-B753DE200DF3}" srcOrd="0" destOrd="0" presId="urn:microsoft.com/office/officeart/2005/8/layout/orgChart1"/>
    <dgm:cxn modelId="{5A3E5B2B-1323-48AA-9ECF-6191B240A3F5}" type="presParOf" srcId="{A8AB4635-6457-4965-BFDA-359F0E7A139B}" destId="{7370EB7D-B93A-44C7-AA51-266FF5A0CAA4}" srcOrd="1" destOrd="0" presId="urn:microsoft.com/office/officeart/2005/8/layout/orgChart1"/>
    <dgm:cxn modelId="{5F424643-3A07-4BBF-86D8-6EABB1222410}" type="presParOf" srcId="{83F9BD65-CD43-4E1C-B747-67D5D52C2865}" destId="{9F0F9A3D-CC95-4BE7-B2D1-DC0AACBE7F30}" srcOrd="1" destOrd="0" presId="urn:microsoft.com/office/officeart/2005/8/layout/orgChart1"/>
    <dgm:cxn modelId="{FFCDC359-6978-4BCF-917B-5BE0DAB47CBE}" type="presParOf" srcId="{83F9BD65-CD43-4E1C-B747-67D5D52C2865}" destId="{059CAD87-87FF-487F-8C9A-CA71E93C81E6}" srcOrd="2" destOrd="0" presId="urn:microsoft.com/office/officeart/2005/8/layout/orgChart1"/>
    <dgm:cxn modelId="{F2894348-9558-4CE9-A463-045537C1DA52}" type="presParOf" srcId="{6B50A8DD-3BD8-4880-92F5-7C7118F79083}" destId="{4AC76972-2747-4A10-902D-2EA63980C219}" srcOrd="2" destOrd="0" presId="urn:microsoft.com/office/officeart/2005/8/layout/orgChart1"/>
    <dgm:cxn modelId="{254D983A-1337-412C-91A3-267E2E6C59DE}" type="presParOf" srcId="{9CD950D9-3CB1-45D9-BA54-9513538ED3D5}" destId="{D399F259-502A-4160-9CF3-C607CC0DA699}" srcOrd="6" destOrd="0" presId="urn:microsoft.com/office/officeart/2005/8/layout/orgChart1"/>
    <dgm:cxn modelId="{EC49D81A-240C-4D2F-9FC2-3FE2A892148E}" type="presParOf" srcId="{9CD950D9-3CB1-45D9-BA54-9513538ED3D5}" destId="{5AC575AE-6529-4E2C-BAA1-9BE55AA56193}" srcOrd="7" destOrd="0" presId="urn:microsoft.com/office/officeart/2005/8/layout/orgChart1"/>
    <dgm:cxn modelId="{43765CCD-628C-42B8-A2C8-20A8E11D3A20}" type="presParOf" srcId="{5AC575AE-6529-4E2C-BAA1-9BE55AA56193}" destId="{5AA2A2E9-0570-4CA8-AF98-6091E531CEC5}" srcOrd="0" destOrd="0" presId="urn:microsoft.com/office/officeart/2005/8/layout/orgChart1"/>
    <dgm:cxn modelId="{5FBC8D9A-16C8-4213-90AF-8FDF813EF808}" type="presParOf" srcId="{5AA2A2E9-0570-4CA8-AF98-6091E531CEC5}" destId="{2CD42977-8E8A-4208-9FA9-1BEF57D59EC8}" srcOrd="0" destOrd="0" presId="urn:microsoft.com/office/officeart/2005/8/layout/orgChart1"/>
    <dgm:cxn modelId="{429CDA05-1E91-4C70-BAB5-99A8947D36B2}" type="presParOf" srcId="{5AA2A2E9-0570-4CA8-AF98-6091E531CEC5}" destId="{8CAB4933-4C05-4091-A0CA-2B77EF63290E}" srcOrd="1" destOrd="0" presId="urn:microsoft.com/office/officeart/2005/8/layout/orgChart1"/>
    <dgm:cxn modelId="{BF9757E8-FFF9-41FE-9EDD-95B41859C4DF}" type="presParOf" srcId="{5AC575AE-6529-4E2C-BAA1-9BE55AA56193}" destId="{EB08D8D2-84A6-4B06-A160-1199540AB1A2}" srcOrd="1" destOrd="0" presId="urn:microsoft.com/office/officeart/2005/8/layout/orgChart1"/>
    <dgm:cxn modelId="{7713D880-5112-4C16-BE7B-884C012E4EB5}" type="presParOf" srcId="{EB08D8D2-84A6-4B06-A160-1199540AB1A2}" destId="{6BA1CE8A-F09C-4C16-99F8-BA065A5330DC}" srcOrd="0" destOrd="0" presId="urn:microsoft.com/office/officeart/2005/8/layout/orgChart1"/>
    <dgm:cxn modelId="{09258F6F-3C54-4630-A966-609130953F6D}" type="presParOf" srcId="{EB08D8D2-84A6-4B06-A160-1199540AB1A2}" destId="{A8093A42-F538-4F6D-939B-997AC3565921}" srcOrd="1" destOrd="0" presId="urn:microsoft.com/office/officeart/2005/8/layout/orgChart1"/>
    <dgm:cxn modelId="{F21BEC73-0F76-414F-BBC4-F22B25B8D9FC}" type="presParOf" srcId="{A8093A42-F538-4F6D-939B-997AC3565921}" destId="{CD309D6E-C6B2-4EC1-89AD-15750C4487F1}" srcOrd="0" destOrd="0" presId="urn:microsoft.com/office/officeart/2005/8/layout/orgChart1"/>
    <dgm:cxn modelId="{69257CA5-8852-46D7-86AA-EE2382ED0359}" type="presParOf" srcId="{CD309D6E-C6B2-4EC1-89AD-15750C4487F1}" destId="{2E460110-5AA0-4F8B-8A8A-7587FB50C2C3}" srcOrd="0" destOrd="0" presId="urn:microsoft.com/office/officeart/2005/8/layout/orgChart1"/>
    <dgm:cxn modelId="{6315E70C-D651-4AC2-A172-8F7B2E14D084}" type="presParOf" srcId="{CD309D6E-C6B2-4EC1-89AD-15750C4487F1}" destId="{5CD209FF-D015-46C8-886D-C8CA27003F18}" srcOrd="1" destOrd="0" presId="urn:microsoft.com/office/officeart/2005/8/layout/orgChart1"/>
    <dgm:cxn modelId="{E7504178-F3E2-44EA-BA25-4A2C389B8185}" type="presParOf" srcId="{A8093A42-F538-4F6D-939B-997AC3565921}" destId="{657C5334-6CBA-453C-9AAD-6413610840F8}" srcOrd="1" destOrd="0" presId="urn:microsoft.com/office/officeart/2005/8/layout/orgChart1"/>
    <dgm:cxn modelId="{73F90C68-BB10-429A-8FF7-A0B6D7F0DAB0}" type="presParOf" srcId="{A8093A42-F538-4F6D-939B-997AC3565921}" destId="{F2B6B585-1200-47B2-85C8-C3CF7A933F16}" srcOrd="2" destOrd="0" presId="urn:microsoft.com/office/officeart/2005/8/layout/orgChart1"/>
    <dgm:cxn modelId="{E1494E7F-2A5E-46BB-BD55-862C5CC887CA}" type="presParOf" srcId="{EB08D8D2-84A6-4B06-A160-1199540AB1A2}" destId="{603E818D-0047-4BC3-BBB7-5771839F7167}" srcOrd="2" destOrd="0" presId="urn:microsoft.com/office/officeart/2005/8/layout/orgChart1"/>
    <dgm:cxn modelId="{AE16CD28-D836-4CF9-933E-9E649FD3F409}" type="presParOf" srcId="{EB08D8D2-84A6-4B06-A160-1199540AB1A2}" destId="{6322A59D-F42C-48AC-BF70-58CA4DDF0CDB}" srcOrd="3" destOrd="0" presId="urn:microsoft.com/office/officeart/2005/8/layout/orgChart1"/>
    <dgm:cxn modelId="{AEBFF319-5173-4F2E-8FCC-FF43ED8C73F6}" type="presParOf" srcId="{6322A59D-F42C-48AC-BF70-58CA4DDF0CDB}" destId="{6CA5281C-655F-4EC7-AC4C-F0737CB2CAC8}" srcOrd="0" destOrd="0" presId="urn:microsoft.com/office/officeart/2005/8/layout/orgChart1"/>
    <dgm:cxn modelId="{8FD0FC21-6ADC-4661-8493-047871E59623}" type="presParOf" srcId="{6CA5281C-655F-4EC7-AC4C-F0737CB2CAC8}" destId="{0E736BFC-5496-41F2-A733-055358A6F719}" srcOrd="0" destOrd="0" presId="urn:microsoft.com/office/officeart/2005/8/layout/orgChart1"/>
    <dgm:cxn modelId="{E7EEA6D3-E07A-4470-965F-BA4FAD8FA25E}" type="presParOf" srcId="{6CA5281C-655F-4EC7-AC4C-F0737CB2CAC8}" destId="{D76FAC42-2C00-461E-B1AB-733C5B110DEF}" srcOrd="1" destOrd="0" presId="urn:microsoft.com/office/officeart/2005/8/layout/orgChart1"/>
    <dgm:cxn modelId="{992F4871-5D0B-42C8-9D81-95CF6E0D187C}" type="presParOf" srcId="{6322A59D-F42C-48AC-BF70-58CA4DDF0CDB}" destId="{6C2FAD52-6D8A-4916-9610-47C59A0CBE10}" srcOrd="1" destOrd="0" presId="urn:microsoft.com/office/officeart/2005/8/layout/orgChart1"/>
    <dgm:cxn modelId="{F2FFE486-582E-49DB-A58A-D924DB22ACEE}" type="presParOf" srcId="{6322A59D-F42C-48AC-BF70-58CA4DDF0CDB}" destId="{039A2A0E-99DB-4375-83C9-944BBB1A5BC9}" srcOrd="2" destOrd="0" presId="urn:microsoft.com/office/officeart/2005/8/layout/orgChart1"/>
    <dgm:cxn modelId="{989B37B6-4B78-4E3D-80BD-2730CE7F1B43}" type="presParOf" srcId="{EB08D8D2-84A6-4B06-A160-1199540AB1A2}" destId="{CB346326-1B73-4DA3-B003-0AF24E5B2DEC}" srcOrd="4" destOrd="0" presId="urn:microsoft.com/office/officeart/2005/8/layout/orgChart1"/>
    <dgm:cxn modelId="{B6AF7F38-3C10-43E4-820C-9719B4345B88}" type="presParOf" srcId="{EB08D8D2-84A6-4B06-A160-1199540AB1A2}" destId="{59F80EFC-1C4F-4C06-BF5C-A915711678BC}" srcOrd="5" destOrd="0" presId="urn:microsoft.com/office/officeart/2005/8/layout/orgChart1"/>
    <dgm:cxn modelId="{16E3AC39-7B33-43D0-B0BF-8B8A186522CD}" type="presParOf" srcId="{59F80EFC-1C4F-4C06-BF5C-A915711678BC}" destId="{B27A9417-5812-4D39-80EE-52934F6E54F4}" srcOrd="0" destOrd="0" presId="urn:microsoft.com/office/officeart/2005/8/layout/orgChart1"/>
    <dgm:cxn modelId="{6E5EE081-FB67-4342-A699-6B9EF931BDFF}" type="presParOf" srcId="{B27A9417-5812-4D39-80EE-52934F6E54F4}" destId="{2266238E-569D-4FA0-8018-B79EEDEA6E63}" srcOrd="0" destOrd="0" presId="urn:microsoft.com/office/officeart/2005/8/layout/orgChart1"/>
    <dgm:cxn modelId="{D0E1FA92-57D0-492D-A5B8-EBFAE40AE85C}" type="presParOf" srcId="{B27A9417-5812-4D39-80EE-52934F6E54F4}" destId="{AC1BC4AB-72EA-40C9-84AC-D405B6DCCCAB}" srcOrd="1" destOrd="0" presId="urn:microsoft.com/office/officeart/2005/8/layout/orgChart1"/>
    <dgm:cxn modelId="{098F61EE-AC21-4731-BB1C-619026DF94D8}" type="presParOf" srcId="{59F80EFC-1C4F-4C06-BF5C-A915711678BC}" destId="{43D26334-F8D5-4FBB-87D8-C67ECFEEC1E4}" srcOrd="1" destOrd="0" presId="urn:microsoft.com/office/officeart/2005/8/layout/orgChart1"/>
    <dgm:cxn modelId="{A4E700AE-D938-426D-938B-4D3C53399251}" type="presParOf" srcId="{59F80EFC-1C4F-4C06-BF5C-A915711678BC}" destId="{1AE7E730-0CF0-4A91-8385-508354582699}" srcOrd="2" destOrd="0" presId="urn:microsoft.com/office/officeart/2005/8/layout/orgChart1"/>
    <dgm:cxn modelId="{78E64CBF-A0A0-4E9D-822F-272F1DE9C5C8}" type="presParOf" srcId="{EB08D8D2-84A6-4B06-A160-1199540AB1A2}" destId="{CFC6B204-A145-4C99-8448-07D3F930DF90}" srcOrd="6" destOrd="0" presId="urn:microsoft.com/office/officeart/2005/8/layout/orgChart1"/>
    <dgm:cxn modelId="{86929353-54C2-4FC5-A03A-9EE43941B897}" type="presParOf" srcId="{EB08D8D2-84A6-4B06-A160-1199540AB1A2}" destId="{610EB374-9872-436C-B18D-59DC8A787943}" srcOrd="7" destOrd="0" presId="urn:microsoft.com/office/officeart/2005/8/layout/orgChart1"/>
    <dgm:cxn modelId="{71548601-33E5-45E4-954D-217EE874A825}" type="presParOf" srcId="{610EB374-9872-436C-B18D-59DC8A787943}" destId="{E68131F9-39F2-486C-9CE7-83E712C406F3}" srcOrd="0" destOrd="0" presId="urn:microsoft.com/office/officeart/2005/8/layout/orgChart1"/>
    <dgm:cxn modelId="{021DB278-12F7-424D-8D2D-B4B8B17656FF}" type="presParOf" srcId="{E68131F9-39F2-486C-9CE7-83E712C406F3}" destId="{4E8A10FE-EC42-4EFC-A5D4-CD05CF7EDFDA}" srcOrd="0" destOrd="0" presId="urn:microsoft.com/office/officeart/2005/8/layout/orgChart1"/>
    <dgm:cxn modelId="{987AB742-FA78-4DD2-AC0F-09C8B4197536}" type="presParOf" srcId="{E68131F9-39F2-486C-9CE7-83E712C406F3}" destId="{02494E78-B89C-4BF3-A892-47AAB4C74A85}" srcOrd="1" destOrd="0" presId="urn:microsoft.com/office/officeart/2005/8/layout/orgChart1"/>
    <dgm:cxn modelId="{619A860E-9C53-4657-89DE-6CFE1BCCD11A}" type="presParOf" srcId="{610EB374-9872-436C-B18D-59DC8A787943}" destId="{AC396291-45A8-44C6-ACB6-CD62935D9AB4}" srcOrd="1" destOrd="0" presId="urn:microsoft.com/office/officeart/2005/8/layout/orgChart1"/>
    <dgm:cxn modelId="{E9C5D9D7-F97E-4107-A515-0E40916E5E32}" type="presParOf" srcId="{610EB374-9872-436C-B18D-59DC8A787943}" destId="{FA65D7C6-206A-4717-B7A0-DB71A4FEA91D}" srcOrd="2" destOrd="0" presId="urn:microsoft.com/office/officeart/2005/8/layout/orgChart1"/>
    <dgm:cxn modelId="{439C7653-59D5-44F2-86E6-A271E71D39E3}" type="presParOf" srcId="{EB08D8D2-84A6-4B06-A160-1199540AB1A2}" destId="{EA6DE73D-98CA-4FF3-B8BA-AFDA1EEF3E89}" srcOrd="8" destOrd="0" presId="urn:microsoft.com/office/officeart/2005/8/layout/orgChart1"/>
    <dgm:cxn modelId="{F4AB8DBA-6844-4D8B-972E-11AF86E21EC8}" type="presParOf" srcId="{EB08D8D2-84A6-4B06-A160-1199540AB1A2}" destId="{4C81C4CE-D778-46D7-94D4-766859AE274A}" srcOrd="9" destOrd="0" presId="urn:microsoft.com/office/officeart/2005/8/layout/orgChart1"/>
    <dgm:cxn modelId="{49FE8454-0BB3-4A43-B87D-5BD77728A2BE}" type="presParOf" srcId="{4C81C4CE-D778-46D7-94D4-766859AE274A}" destId="{036FBD75-C4AF-4F9D-9CF0-1121AA36EFCD}" srcOrd="0" destOrd="0" presId="urn:microsoft.com/office/officeart/2005/8/layout/orgChart1"/>
    <dgm:cxn modelId="{BFF733ED-7129-41F4-8C60-3390908CAD30}" type="presParOf" srcId="{036FBD75-C4AF-4F9D-9CF0-1121AA36EFCD}" destId="{9D560D38-CE0B-4C7C-8764-55DC18630BDD}" srcOrd="0" destOrd="0" presId="urn:microsoft.com/office/officeart/2005/8/layout/orgChart1"/>
    <dgm:cxn modelId="{BD3BD7CF-3029-42F9-A8B9-FE941C52E707}" type="presParOf" srcId="{036FBD75-C4AF-4F9D-9CF0-1121AA36EFCD}" destId="{EE72C695-0110-4283-8C5E-559FD1D14A9B}" srcOrd="1" destOrd="0" presId="urn:microsoft.com/office/officeart/2005/8/layout/orgChart1"/>
    <dgm:cxn modelId="{C166CFC9-A273-4276-A6D7-C177E381D18C}" type="presParOf" srcId="{4C81C4CE-D778-46D7-94D4-766859AE274A}" destId="{EAD9A0FA-584D-485B-A1CB-9EA7D9E0C5E2}" srcOrd="1" destOrd="0" presId="urn:microsoft.com/office/officeart/2005/8/layout/orgChart1"/>
    <dgm:cxn modelId="{CF157C4C-796C-4A47-8CDD-DDAD636976B3}" type="presParOf" srcId="{4C81C4CE-D778-46D7-94D4-766859AE274A}" destId="{6AFDB7CF-BE7A-4D5A-9DEF-4CCCCA915525}" srcOrd="2" destOrd="0" presId="urn:microsoft.com/office/officeart/2005/8/layout/orgChart1"/>
    <dgm:cxn modelId="{78CA7A9D-AC74-45B9-A891-B92A517CC04B}" type="presParOf" srcId="{EB08D8D2-84A6-4B06-A160-1199540AB1A2}" destId="{7897FD4F-228B-439D-B963-CF2033BAA1CB}" srcOrd="10" destOrd="0" presId="urn:microsoft.com/office/officeart/2005/8/layout/orgChart1"/>
    <dgm:cxn modelId="{2399D7FC-E99F-4AEF-BCEC-7A206EB4023B}" type="presParOf" srcId="{EB08D8D2-84A6-4B06-A160-1199540AB1A2}" destId="{57C6B422-C145-4A25-A502-6300FF4BC415}" srcOrd="11" destOrd="0" presId="urn:microsoft.com/office/officeart/2005/8/layout/orgChart1"/>
    <dgm:cxn modelId="{40C75BCB-4929-4DB4-A9DE-9DC9450359B1}" type="presParOf" srcId="{57C6B422-C145-4A25-A502-6300FF4BC415}" destId="{CD677D1E-1EFE-4DFD-ADDC-DB748CED3D96}" srcOrd="0" destOrd="0" presId="urn:microsoft.com/office/officeart/2005/8/layout/orgChart1"/>
    <dgm:cxn modelId="{C367FFBD-5F9A-4E46-8D88-71F6DFFF0F74}" type="presParOf" srcId="{CD677D1E-1EFE-4DFD-ADDC-DB748CED3D96}" destId="{2451704F-99DD-4858-ADB7-F0442CC1C1DF}" srcOrd="0" destOrd="0" presId="urn:microsoft.com/office/officeart/2005/8/layout/orgChart1"/>
    <dgm:cxn modelId="{A0CBCE45-FAD8-4BDD-9BA1-A66B8B27D6BB}" type="presParOf" srcId="{CD677D1E-1EFE-4DFD-ADDC-DB748CED3D96}" destId="{D78BD46F-AA92-43D1-92BB-D6A3D13CF2D5}" srcOrd="1" destOrd="0" presId="urn:microsoft.com/office/officeart/2005/8/layout/orgChart1"/>
    <dgm:cxn modelId="{F83820BB-4E07-45E5-97F1-7D9D846DEF89}" type="presParOf" srcId="{57C6B422-C145-4A25-A502-6300FF4BC415}" destId="{A2429637-DCE8-47AD-B9D8-2EC72F1F99C7}" srcOrd="1" destOrd="0" presId="urn:microsoft.com/office/officeart/2005/8/layout/orgChart1"/>
    <dgm:cxn modelId="{883CECAD-0876-4F50-B254-7E521801530A}" type="presParOf" srcId="{57C6B422-C145-4A25-A502-6300FF4BC415}" destId="{B6456E48-6516-4D32-803A-CC8BB52C27ED}" srcOrd="2" destOrd="0" presId="urn:microsoft.com/office/officeart/2005/8/layout/orgChart1"/>
    <dgm:cxn modelId="{63E54809-030A-4329-8915-99602B0C96EB}" type="presParOf" srcId="{5AC575AE-6529-4E2C-BAA1-9BE55AA56193}" destId="{A097C772-1095-4B94-83B0-C00CED0F5157}" srcOrd="2" destOrd="0" presId="urn:microsoft.com/office/officeart/2005/8/layout/orgChart1"/>
    <dgm:cxn modelId="{9CC22A8C-A73A-440A-BACB-403DFF734DBD}" type="presParOf" srcId="{E101365E-6460-4885-8C66-2EF162FA2B06}" destId="{9BAB1E88-DF90-4176-A783-9E553A85939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7FD4F-228B-439D-B963-CF2033BAA1CB}">
      <dsp:nvSpPr>
        <dsp:cNvPr id="0" name=""/>
        <dsp:cNvSpPr/>
      </dsp:nvSpPr>
      <dsp:spPr>
        <a:xfrm>
          <a:off x="6661980" y="1200030"/>
          <a:ext cx="148456" cy="39687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8725"/>
              </a:lnTo>
              <a:lnTo>
                <a:pt x="148456" y="396872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6DE73D-98CA-4FF3-B8BA-AFDA1EEF3E89}">
      <dsp:nvSpPr>
        <dsp:cNvPr id="0" name=""/>
        <dsp:cNvSpPr/>
      </dsp:nvSpPr>
      <dsp:spPr>
        <a:xfrm>
          <a:off x="6661980" y="1200030"/>
          <a:ext cx="148456" cy="3266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6033"/>
              </a:lnTo>
              <a:lnTo>
                <a:pt x="148456" y="3266033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6B204-A145-4C99-8448-07D3F930DF90}">
      <dsp:nvSpPr>
        <dsp:cNvPr id="0" name=""/>
        <dsp:cNvSpPr/>
      </dsp:nvSpPr>
      <dsp:spPr>
        <a:xfrm>
          <a:off x="6661980" y="1200030"/>
          <a:ext cx="148456" cy="25633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3341"/>
              </a:lnTo>
              <a:lnTo>
                <a:pt x="148456" y="256334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346326-1B73-4DA3-B003-0AF24E5B2DEC}">
      <dsp:nvSpPr>
        <dsp:cNvPr id="0" name=""/>
        <dsp:cNvSpPr/>
      </dsp:nvSpPr>
      <dsp:spPr>
        <a:xfrm>
          <a:off x="6661980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3E818D-0047-4BC3-BBB7-5771839F7167}">
      <dsp:nvSpPr>
        <dsp:cNvPr id="0" name=""/>
        <dsp:cNvSpPr/>
      </dsp:nvSpPr>
      <dsp:spPr>
        <a:xfrm>
          <a:off x="6661980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A1CE8A-F09C-4C16-99F8-BA065A5330DC}">
      <dsp:nvSpPr>
        <dsp:cNvPr id="0" name=""/>
        <dsp:cNvSpPr/>
      </dsp:nvSpPr>
      <dsp:spPr>
        <a:xfrm>
          <a:off x="6661980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99F259-502A-4160-9CF3-C607CC0DA699}">
      <dsp:nvSpPr>
        <dsp:cNvPr id="0" name=""/>
        <dsp:cNvSpPr/>
      </dsp:nvSpPr>
      <dsp:spPr>
        <a:xfrm>
          <a:off x="3940286" y="497338"/>
          <a:ext cx="3117577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3117577" y="103919"/>
              </a:lnTo>
              <a:lnTo>
                <a:pt x="3117577" y="20783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0D4C2-6E0B-485B-BEC1-03EC7E0E9EE6}">
      <dsp:nvSpPr>
        <dsp:cNvPr id="0" name=""/>
        <dsp:cNvSpPr/>
      </dsp:nvSpPr>
      <dsp:spPr>
        <a:xfrm>
          <a:off x="5464435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EE5DCA-ACFE-438D-A8F8-659676F38E65}">
      <dsp:nvSpPr>
        <dsp:cNvPr id="0" name=""/>
        <dsp:cNvSpPr/>
      </dsp:nvSpPr>
      <dsp:spPr>
        <a:xfrm>
          <a:off x="5464435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4FBE3C-6CED-4D0A-8DF5-043D12089F82}">
      <dsp:nvSpPr>
        <dsp:cNvPr id="0" name=""/>
        <dsp:cNvSpPr/>
      </dsp:nvSpPr>
      <dsp:spPr>
        <a:xfrm>
          <a:off x="5464435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1F606-7A7C-4DD4-92A8-0DF1AE2FF641}">
      <dsp:nvSpPr>
        <dsp:cNvPr id="0" name=""/>
        <dsp:cNvSpPr/>
      </dsp:nvSpPr>
      <dsp:spPr>
        <a:xfrm>
          <a:off x="3940286" y="497338"/>
          <a:ext cx="1920031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1920031" y="103919"/>
              </a:lnTo>
              <a:lnTo>
                <a:pt x="1920031" y="20783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7A4DE-88A6-41F1-A106-813152AA03C6}">
      <dsp:nvSpPr>
        <dsp:cNvPr id="0" name=""/>
        <dsp:cNvSpPr/>
      </dsp:nvSpPr>
      <dsp:spPr>
        <a:xfrm>
          <a:off x="4266889" y="1902722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549DF3-1C6B-4095-8BC0-DEDBA40D70D9}">
      <dsp:nvSpPr>
        <dsp:cNvPr id="0" name=""/>
        <dsp:cNvSpPr/>
      </dsp:nvSpPr>
      <dsp:spPr>
        <a:xfrm>
          <a:off x="3465227" y="1200030"/>
          <a:ext cx="1197545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1197545" y="103919"/>
              </a:lnTo>
              <a:lnTo>
                <a:pt x="1197545" y="20783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DFD3BA-F133-4868-BAE6-80E946A0DDDB}">
      <dsp:nvSpPr>
        <dsp:cNvPr id="0" name=""/>
        <dsp:cNvSpPr/>
      </dsp:nvSpPr>
      <dsp:spPr>
        <a:xfrm>
          <a:off x="3069344" y="1902722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5A9C4F-FB43-45AF-858A-99F3430AEA4F}">
      <dsp:nvSpPr>
        <dsp:cNvPr id="0" name=""/>
        <dsp:cNvSpPr/>
      </dsp:nvSpPr>
      <dsp:spPr>
        <a:xfrm>
          <a:off x="3419507" y="1200030"/>
          <a:ext cx="91440" cy="2078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783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2E48E0-28CE-47BE-A948-6551A56292D5}">
      <dsp:nvSpPr>
        <dsp:cNvPr id="0" name=""/>
        <dsp:cNvSpPr/>
      </dsp:nvSpPr>
      <dsp:spPr>
        <a:xfrm>
          <a:off x="1871798" y="1902722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A314C5-7A92-4587-83E0-34D5C983F48C}">
      <dsp:nvSpPr>
        <dsp:cNvPr id="0" name=""/>
        <dsp:cNvSpPr/>
      </dsp:nvSpPr>
      <dsp:spPr>
        <a:xfrm>
          <a:off x="2267681" y="1200030"/>
          <a:ext cx="1197545" cy="207838"/>
        </a:xfrm>
        <a:custGeom>
          <a:avLst/>
          <a:gdLst/>
          <a:ahLst/>
          <a:cxnLst/>
          <a:rect l="0" t="0" r="0" b="0"/>
          <a:pathLst>
            <a:path>
              <a:moveTo>
                <a:pt x="1197545" y="0"/>
              </a:moveTo>
              <a:lnTo>
                <a:pt x="1197545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CDCE49-DBE1-420B-83CC-658946CF9DC0}">
      <dsp:nvSpPr>
        <dsp:cNvPr id="0" name=""/>
        <dsp:cNvSpPr/>
      </dsp:nvSpPr>
      <dsp:spPr>
        <a:xfrm>
          <a:off x="3465227" y="497338"/>
          <a:ext cx="475059" cy="207838"/>
        </a:xfrm>
        <a:custGeom>
          <a:avLst/>
          <a:gdLst/>
          <a:ahLst/>
          <a:cxnLst/>
          <a:rect l="0" t="0" r="0" b="0"/>
          <a:pathLst>
            <a:path>
              <a:moveTo>
                <a:pt x="475059" y="0"/>
              </a:moveTo>
              <a:lnTo>
                <a:pt x="475059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291C02-482C-444E-A726-98D6EAA08807}">
      <dsp:nvSpPr>
        <dsp:cNvPr id="0" name=""/>
        <dsp:cNvSpPr/>
      </dsp:nvSpPr>
      <dsp:spPr>
        <a:xfrm>
          <a:off x="426826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2DB764-3746-434B-88C1-29563047A970}">
      <dsp:nvSpPr>
        <dsp:cNvPr id="0" name=""/>
        <dsp:cNvSpPr/>
      </dsp:nvSpPr>
      <dsp:spPr>
        <a:xfrm>
          <a:off x="426826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BCDA1-F359-46B5-89E4-A3462CAC8A2B}">
      <dsp:nvSpPr>
        <dsp:cNvPr id="0" name=""/>
        <dsp:cNvSpPr/>
      </dsp:nvSpPr>
      <dsp:spPr>
        <a:xfrm>
          <a:off x="426826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E285D-8834-493B-985F-F5AB065C9819}">
      <dsp:nvSpPr>
        <dsp:cNvPr id="0" name=""/>
        <dsp:cNvSpPr/>
      </dsp:nvSpPr>
      <dsp:spPr>
        <a:xfrm>
          <a:off x="822709" y="497338"/>
          <a:ext cx="3117577" cy="207838"/>
        </a:xfrm>
        <a:custGeom>
          <a:avLst/>
          <a:gdLst/>
          <a:ahLst/>
          <a:cxnLst/>
          <a:rect l="0" t="0" r="0" b="0"/>
          <a:pathLst>
            <a:path>
              <a:moveTo>
                <a:pt x="3117577" y="0"/>
              </a:moveTo>
              <a:lnTo>
                <a:pt x="3117577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4C7DA-5D3F-440F-9204-8638D146D7FC}">
      <dsp:nvSpPr>
        <dsp:cNvPr id="0" name=""/>
        <dsp:cNvSpPr/>
      </dsp:nvSpPr>
      <dsp:spPr>
        <a:xfrm>
          <a:off x="3445433" y="2484"/>
          <a:ext cx="989707" cy="494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Empresa y clasificación empresarial en Colombia</a:t>
          </a:r>
          <a:r>
            <a:rPr lang="es-CO" sz="800" b="1" kern="1200" dirty="0"/>
            <a:t>.</a:t>
          </a:r>
          <a:endParaRPr lang="es-CO" sz="800" kern="1200" dirty="0"/>
        </a:p>
      </dsp:txBody>
      <dsp:txXfrm>
        <a:off x="3445433" y="2484"/>
        <a:ext cx="989707" cy="494853"/>
      </dsp:txXfrm>
    </dsp:sp>
    <dsp:sp modelId="{563A3D89-D3ED-424B-B63F-4BADAB89FFD1}">
      <dsp:nvSpPr>
        <dsp:cNvPr id="0" name=""/>
        <dsp:cNvSpPr/>
      </dsp:nvSpPr>
      <dsp:spPr>
        <a:xfrm>
          <a:off x="327855" y="705176"/>
          <a:ext cx="989707" cy="4948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Marco normativo base para comprender la empresa en Colombia.</a:t>
          </a:r>
        </a:p>
      </dsp:txBody>
      <dsp:txXfrm>
        <a:off x="327855" y="705176"/>
        <a:ext cx="989707" cy="494853"/>
      </dsp:txXfrm>
    </dsp:sp>
    <dsp:sp modelId="{36228879-C60E-4406-8960-F4FB697AC483}">
      <dsp:nvSpPr>
        <dsp:cNvPr id="0" name=""/>
        <dsp:cNvSpPr/>
      </dsp:nvSpPr>
      <dsp:spPr>
        <a:xfrm>
          <a:off x="575282" y="140786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Constitución Política: </a:t>
          </a:r>
          <a:r>
            <a:rPr lang="es-CO" sz="800" kern="1200" dirty="0"/>
            <a:t>Arts. 333–334.</a:t>
          </a:r>
        </a:p>
      </dsp:txBody>
      <dsp:txXfrm>
        <a:off x="575282" y="1407868"/>
        <a:ext cx="989707" cy="494853"/>
      </dsp:txXfrm>
    </dsp:sp>
    <dsp:sp modelId="{158CA877-1D9E-4A5E-9719-3F2933C7E821}">
      <dsp:nvSpPr>
        <dsp:cNvPr id="0" name=""/>
        <dsp:cNvSpPr/>
      </dsp:nvSpPr>
      <dsp:spPr>
        <a:xfrm>
          <a:off x="575282" y="2110560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Código de Comercio (Decreto. 410/1971): </a:t>
          </a:r>
          <a:r>
            <a:rPr lang="es-CO" sz="800" kern="1200" dirty="0"/>
            <a:t>Art. 25, art. 10, art. 515.</a:t>
          </a:r>
        </a:p>
      </dsp:txBody>
      <dsp:txXfrm>
        <a:off x="575282" y="2110560"/>
        <a:ext cx="989707" cy="494853"/>
      </dsp:txXfrm>
    </dsp:sp>
    <dsp:sp modelId="{50FC2F56-9BD4-404F-85CE-4181DC1403E8}">
      <dsp:nvSpPr>
        <dsp:cNvPr id="0" name=""/>
        <dsp:cNvSpPr/>
      </dsp:nvSpPr>
      <dsp:spPr>
        <a:xfrm>
          <a:off x="575282" y="2813252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Ley 590/2000 y Ley 905/2004</a:t>
          </a:r>
          <a:endParaRPr lang="es-CO" sz="800" kern="1200" dirty="0"/>
        </a:p>
      </dsp:txBody>
      <dsp:txXfrm>
        <a:off x="575282" y="2813252"/>
        <a:ext cx="989707" cy="494853"/>
      </dsp:txXfrm>
    </dsp:sp>
    <dsp:sp modelId="{62E4767A-D6DA-4199-A5FD-CD5B69D286AF}">
      <dsp:nvSpPr>
        <dsp:cNvPr id="0" name=""/>
        <dsp:cNvSpPr/>
      </dsp:nvSpPr>
      <dsp:spPr>
        <a:xfrm>
          <a:off x="2970373" y="705176"/>
          <a:ext cx="989707" cy="4948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Concepto de la empresa en Colombia y nociones asociadas.</a:t>
          </a:r>
        </a:p>
      </dsp:txBody>
      <dsp:txXfrm>
        <a:off x="2970373" y="705176"/>
        <a:ext cx="989707" cy="494853"/>
      </dsp:txXfrm>
    </dsp:sp>
    <dsp:sp modelId="{7D80E028-E6A7-4437-BD6F-D95A7A45A7A0}">
      <dsp:nvSpPr>
        <dsp:cNvPr id="0" name=""/>
        <dsp:cNvSpPr/>
      </dsp:nvSpPr>
      <dsp:spPr>
        <a:xfrm>
          <a:off x="1772828" y="140786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Empresa</a:t>
          </a:r>
          <a:endParaRPr lang="es-CO" sz="800" kern="1200" dirty="0"/>
        </a:p>
      </dsp:txBody>
      <dsp:txXfrm>
        <a:off x="1772828" y="1407868"/>
        <a:ext cx="989707" cy="494853"/>
      </dsp:txXfrm>
    </dsp:sp>
    <dsp:sp modelId="{DE43E62C-14EB-4216-851B-C2168C58C126}">
      <dsp:nvSpPr>
        <dsp:cNvPr id="0" name=""/>
        <dsp:cNvSpPr/>
      </dsp:nvSpPr>
      <dsp:spPr>
        <a:xfrm>
          <a:off x="2020254" y="2110560"/>
          <a:ext cx="989707" cy="4948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Actividad económica organizada.</a:t>
          </a:r>
        </a:p>
      </dsp:txBody>
      <dsp:txXfrm>
        <a:off x="2020254" y="2110560"/>
        <a:ext cx="989707" cy="494853"/>
      </dsp:txXfrm>
    </dsp:sp>
    <dsp:sp modelId="{310BE40B-59F7-4660-8367-98CD8B61916B}">
      <dsp:nvSpPr>
        <dsp:cNvPr id="0" name=""/>
        <dsp:cNvSpPr/>
      </dsp:nvSpPr>
      <dsp:spPr>
        <a:xfrm>
          <a:off x="2970373" y="140786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Comerciante</a:t>
          </a:r>
          <a:endParaRPr lang="es-CO" sz="800" kern="1200" dirty="0"/>
        </a:p>
      </dsp:txBody>
      <dsp:txXfrm>
        <a:off x="2970373" y="1407868"/>
        <a:ext cx="989707" cy="494853"/>
      </dsp:txXfrm>
    </dsp:sp>
    <dsp:sp modelId="{0F868D3D-CB75-4BDD-AFC2-F67135C274FC}">
      <dsp:nvSpPr>
        <dsp:cNvPr id="0" name=""/>
        <dsp:cNvSpPr/>
      </dsp:nvSpPr>
      <dsp:spPr>
        <a:xfrm>
          <a:off x="3217800" y="2110560"/>
          <a:ext cx="989707" cy="4948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Quien ejerce profesionalmente actividades mercantiles</a:t>
          </a:r>
        </a:p>
      </dsp:txBody>
      <dsp:txXfrm>
        <a:off x="3217800" y="2110560"/>
        <a:ext cx="989707" cy="494853"/>
      </dsp:txXfrm>
    </dsp:sp>
    <dsp:sp modelId="{ED596E45-1693-425D-BE7D-0389124BE53C}">
      <dsp:nvSpPr>
        <dsp:cNvPr id="0" name=""/>
        <dsp:cNvSpPr/>
      </dsp:nvSpPr>
      <dsp:spPr>
        <a:xfrm>
          <a:off x="4167919" y="140786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b="1" kern="1200" dirty="0"/>
            <a:t>Establecimiento de comercio</a:t>
          </a:r>
          <a:endParaRPr lang="es-CO" sz="800" kern="1200" dirty="0"/>
        </a:p>
      </dsp:txBody>
      <dsp:txXfrm>
        <a:off x="4167919" y="1407868"/>
        <a:ext cx="989707" cy="494853"/>
      </dsp:txXfrm>
    </dsp:sp>
    <dsp:sp modelId="{26BFE972-553E-442E-8D51-E6AD25D7A54C}">
      <dsp:nvSpPr>
        <dsp:cNvPr id="0" name=""/>
        <dsp:cNvSpPr/>
      </dsp:nvSpPr>
      <dsp:spPr>
        <a:xfrm>
          <a:off x="4415345" y="2110560"/>
          <a:ext cx="989707" cy="4948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Conjunto de bienes organizados para desarrollar la empresa.</a:t>
          </a:r>
        </a:p>
      </dsp:txBody>
      <dsp:txXfrm>
        <a:off x="4415345" y="2110560"/>
        <a:ext cx="989707" cy="494853"/>
      </dsp:txXfrm>
    </dsp:sp>
    <dsp:sp modelId="{2061AB7C-EA5A-4C5A-8BF8-F0529E94F18A}">
      <dsp:nvSpPr>
        <dsp:cNvPr id="0" name=""/>
        <dsp:cNvSpPr/>
      </dsp:nvSpPr>
      <dsp:spPr>
        <a:xfrm>
          <a:off x="5365464" y="705176"/>
          <a:ext cx="989707" cy="4948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Clasificación de las empresas.</a:t>
          </a:r>
        </a:p>
      </dsp:txBody>
      <dsp:txXfrm>
        <a:off x="5365464" y="705176"/>
        <a:ext cx="989707" cy="494853"/>
      </dsp:txXfrm>
    </dsp:sp>
    <dsp:sp modelId="{B1753C3E-95D3-45DD-9E66-6E07298910A8}">
      <dsp:nvSpPr>
        <dsp:cNvPr id="0" name=""/>
        <dsp:cNvSpPr/>
      </dsp:nvSpPr>
      <dsp:spPr>
        <a:xfrm>
          <a:off x="5612891" y="140786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Clasificación por actividad económica (CIIU).</a:t>
          </a:r>
        </a:p>
      </dsp:txBody>
      <dsp:txXfrm>
        <a:off x="5612891" y="1407868"/>
        <a:ext cx="989707" cy="494853"/>
      </dsp:txXfrm>
    </dsp:sp>
    <dsp:sp modelId="{7988BB70-C28D-49C9-8E13-ED161CFA688D}">
      <dsp:nvSpPr>
        <dsp:cNvPr id="0" name=""/>
        <dsp:cNvSpPr/>
      </dsp:nvSpPr>
      <dsp:spPr>
        <a:xfrm>
          <a:off x="5612891" y="2110560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Clasificación por tamaño empresarial.</a:t>
          </a:r>
        </a:p>
      </dsp:txBody>
      <dsp:txXfrm>
        <a:off x="5612891" y="2110560"/>
        <a:ext cx="989707" cy="494853"/>
      </dsp:txXfrm>
    </dsp:sp>
    <dsp:sp modelId="{7AEE7946-91A8-4181-8C4B-B753DE200DF3}">
      <dsp:nvSpPr>
        <dsp:cNvPr id="0" name=""/>
        <dsp:cNvSpPr/>
      </dsp:nvSpPr>
      <dsp:spPr>
        <a:xfrm>
          <a:off x="5612891" y="2813252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Clasificación por origen del capital y finalidad.</a:t>
          </a:r>
        </a:p>
      </dsp:txBody>
      <dsp:txXfrm>
        <a:off x="5612891" y="2813252"/>
        <a:ext cx="989707" cy="494853"/>
      </dsp:txXfrm>
    </dsp:sp>
    <dsp:sp modelId="{2CD42977-8E8A-4208-9FA9-1BEF57D59EC8}">
      <dsp:nvSpPr>
        <dsp:cNvPr id="0" name=""/>
        <dsp:cNvSpPr/>
      </dsp:nvSpPr>
      <dsp:spPr>
        <a:xfrm>
          <a:off x="6563010" y="705176"/>
          <a:ext cx="989707" cy="4948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Formas de organización jurídica de la empresa.</a:t>
          </a:r>
        </a:p>
      </dsp:txBody>
      <dsp:txXfrm>
        <a:off x="6563010" y="705176"/>
        <a:ext cx="989707" cy="494853"/>
      </dsp:txXfrm>
    </dsp:sp>
    <dsp:sp modelId="{2E460110-5AA0-4F8B-8A8A-7587FB50C2C3}">
      <dsp:nvSpPr>
        <dsp:cNvPr id="0" name=""/>
        <dsp:cNvSpPr/>
      </dsp:nvSpPr>
      <dsp:spPr>
        <a:xfrm>
          <a:off x="6810437" y="140786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Clasificación según la forma de asociarse.</a:t>
          </a:r>
        </a:p>
      </dsp:txBody>
      <dsp:txXfrm>
        <a:off x="6810437" y="1407868"/>
        <a:ext cx="989707" cy="494853"/>
      </dsp:txXfrm>
    </dsp:sp>
    <dsp:sp modelId="{0E736BFC-5496-41F2-A733-055358A6F719}">
      <dsp:nvSpPr>
        <dsp:cNvPr id="0" name=""/>
        <dsp:cNvSpPr/>
      </dsp:nvSpPr>
      <dsp:spPr>
        <a:xfrm>
          <a:off x="6810437" y="2110560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Clasificación por la función social y finalidad.</a:t>
          </a:r>
        </a:p>
      </dsp:txBody>
      <dsp:txXfrm>
        <a:off x="6810437" y="2110560"/>
        <a:ext cx="989707" cy="494853"/>
      </dsp:txXfrm>
    </dsp:sp>
    <dsp:sp modelId="{2266238E-569D-4FA0-8018-B79EEDEA6E63}">
      <dsp:nvSpPr>
        <dsp:cNvPr id="0" name=""/>
        <dsp:cNvSpPr/>
      </dsp:nvSpPr>
      <dsp:spPr>
        <a:xfrm>
          <a:off x="6810437" y="2813252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Formas jurídicas mercantiles más comunes.</a:t>
          </a:r>
        </a:p>
      </dsp:txBody>
      <dsp:txXfrm>
        <a:off x="6810437" y="2813252"/>
        <a:ext cx="989707" cy="494853"/>
      </dsp:txXfrm>
    </dsp:sp>
    <dsp:sp modelId="{4E8A10FE-EC42-4EFC-A5D4-CD05CF7EDFDA}">
      <dsp:nvSpPr>
        <dsp:cNvPr id="0" name=""/>
        <dsp:cNvSpPr/>
      </dsp:nvSpPr>
      <dsp:spPr>
        <a:xfrm>
          <a:off x="6810437" y="3515944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Formas asociativas de economía solidaria. </a:t>
          </a:r>
        </a:p>
      </dsp:txBody>
      <dsp:txXfrm>
        <a:off x="6810437" y="3515944"/>
        <a:ext cx="989707" cy="494853"/>
      </dsp:txXfrm>
    </dsp:sp>
    <dsp:sp modelId="{9D560D38-CE0B-4C7C-8764-55DC18630BDD}">
      <dsp:nvSpPr>
        <dsp:cNvPr id="0" name=""/>
        <dsp:cNvSpPr/>
      </dsp:nvSpPr>
      <dsp:spPr>
        <a:xfrm>
          <a:off x="6810437" y="4218636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 dirty="0"/>
            <a:t>Entidades sin ánimo de lucro (ESAL). </a:t>
          </a:r>
        </a:p>
      </dsp:txBody>
      <dsp:txXfrm>
        <a:off x="6810437" y="4218636"/>
        <a:ext cx="989707" cy="494853"/>
      </dsp:txXfrm>
    </dsp:sp>
    <dsp:sp modelId="{2451704F-99DD-4858-ADB7-F0442CC1C1DF}">
      <dsp:nvSpPr>
        <dsp:cNvPr id="0" name=""/>
        <dsp:cNvSpPr/>
      </dsp:nvSpPr>
      <dsp:spPr>
        <a:xfrm>
          <a:off x="6810437" y="4921328"/>
          <a:ext cx="989707" cy="4948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CO" sz="800" kern="1200"/>
            <a:t>Sociedades BIC como condición de propósito. </a:t>
          </a:r>
          <a:endParaRPr lang="es-CO" sz="800" kern="1200" dirty="0"/>
        </a:p>
      </dsp:txBody>
      <dsp:txXfrm>
        <a:off x="6810437" y="4921328"/>
        <a:ext cx="989707" cy="494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EFE06-02DF-38F8-94AF-0F3F51CBE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6A030B-4494-96B0-0409-CD79659AD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5D866-D448-4146-A77E-0EC4FCC2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392380-CEEB-0121-6420-3DC53A56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04DA4A-D1E4-A3DB-1124-38E3D798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3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22545-6652-79E3-4A22-3627324A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FB79DA-EBEB-D086-18CE-B2D3DEC14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D8D0D-5C8F-8BAD-58DE-17B24897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015C25-18F3-CD88-0CC3-63FB19CA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882618-0A66-502E-7A33-030B7DB8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916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F3669-82D8-8543-BE98-21217006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C1AB7E-1BCD-4208-7637-3CC96CF33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919178-39BA-4F08-7C19-ECABE71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229329-B115-D811-EC6C-C4AB4923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AB19A-2BFC-9A92-E031-3F7FFBA8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153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97E3D-7A64-E2EF-1BC2-86AB70E91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CF9073-414A-FC12-1E54-D2F683836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0B7DAC-9DEA-A8CA-B0E4-36AA4712B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EE6381-CA39-28C3-6525-79E4F5E0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2A4CDA-888B-184A-1A5D-4A4B358D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50754D-EFE0-F085-B7DC-B7B2AFE2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057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5DB85-DAE4-9448-5B87-05329771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F15C00-E780-8F57-46C5-AED219D94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6332A3-C4E5-1BF6-0AEE-EBDC4F705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F08FE3-14FE-B505-CAFF-06A8C252A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C37011-65B9-1D1C-4AAD-30BA93C1D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0082E0-F635-E833-AE72-8A5AE8E2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05E042-3D7B-43E1-A156-1A3F9C11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01929A-2860-249C-2C78-A0C6D666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51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FAB99A-4B91-B4AD-81AD-20DF240A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3B389A-9285-E72A-C261-D1D77F9F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9039BC-86CC-F01E-EB62-D24AA726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60438F-F677-D148-9A80-4D8CCF1E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58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649836E-5032-09AA-6C5F-02328BAA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AA34A6-5503-2D51-482F-32E22F81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7B2C9F-E88E-4966-D886-D1A3B35D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809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B54FA-9436-218A-F1DB-E4431FD8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28574-F787-1140-EBF1-147AFF4F0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8D2774-F0AF-5433-4066-0133ABFCE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180567-C27E-53ED-C039-5083E3AF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DF9CEB-2920-2CA7-F69A-6D7EAEF0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3D158E-3B31-119B-C7E1-73AFC23B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736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D8B58-2D29-4B7B-89F7-E3B164CF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025DC8-D853-B18E-8FFA-D134CE7E2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AFEF1C-2EB2-2E72-77EC-EC47412E8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A6BA34-F2D8-7D7B-7CBF-3FB7D55AD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809E3-4C8F-55F9-264F-F954D62A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7BF0BB-1CD5-0DA5-D83C-3B139083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89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7B2E2-EDB3-FE3A-E8B3-583CB623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BB1915-7FBA-C08B-3559-36721877D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2040BE-129F-493A-1132-33DBA1A4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F96F22-CC45-0EBA-5AC5-7E29C63C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1EFBCD-7B75-93C2-8478-00684BE0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84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A79294-3746-51E2-1EB7-60DA8A896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ECA43-2BDF-FB6E-E6BA-58A453F3D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5CAFED-D42D-E6B4-31D1-65C5B3AB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57A3AB-3610-7198-5D8E-D99D585B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5D98B-7111-7889-53D4-75D6810B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40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06A57F-6DED-027A-0C48-D1B733FA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E590F4-6012-B804-5B77-879DD7A1B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AFCA0-AA54-A6DE-2F12-6075C6C1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80AD0-AFF0-B943-A9AC-9133809117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48BFC4-0A5F-4F28-CA9C-9D91DCF1F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63607-3132-8C4E-3EE0-850A4A554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7DB5F-DEC6-354A-9049-26EFBF77C6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390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70C8FF8-1DE0-0FDB-41FE-FB7496B637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07249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624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81D6BD42E8DF4C91013959704817E1" ma:contentTypeVersion="14" ma:contentTypeDescription="Crear nuevo documento." ma:contentTypeScope="" ma:versionID="cd14e03e9fc6eb087109c39a3de1a2a7">
  <xsd:schema xmlns:xsd="http://www.w3.org/2001/XMLSchema" xmlns:xs="http://www.w3.org/2001/XMLSchema" xmlns:p="http://schemas.microsoft.com/office/2006/metadata/properties" xmlns:ns2="13c90a0b-73bc-4dc0-be5f-28d77b615beb" xmlns:ns3="13c93bba-48ce-428c-bfe5-88b42c19b028" targetNamespace="http://schemas.microsoft.com/office/2006/metadata/properties" ma:root="true" ma:fieldsID="247ff0312e87511bd2ce05ea47f33022" ns2:_="" ns3:_="">
    <xsd:import namespace="13c90a0b-73bc-4dc0-be5f-28d77b615beb"/>
    <xsd:import namespace="13c93bba-48ce-428c-bfe5-88b42c19b02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0a0b-73bc-4dc0-be5f-28d77b615b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a42ca037-5d13-4729-aeec-4237f141d2d6}" ma:internalName="TaxCatchAll" ma:showField="CatchAllData" ma:web="13c90a0b-73bc-4dc0-be5f-28d77b615b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c93bba-48ce-428c-bfe5-88b42c19b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c90a0b-73bc-4dc0-be5f-28d77b615beb" xsi:nil="true"/>
    <lcf76f155ced4ddcb4097134ff3c332f xmlns="13c93bba-48ce-428c-bfe5-88b42c19b0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3B64074-F5BE-430E-BC03-82A462329A3E}"/>
</file>

<file path=customXml/itemProps2.xml><?xml version="1.0" encoding="utf-8"?>
<ds:datastoreItem xmlns:ds="http://schemas.openxmlformats.org/officeDocument/2006/customXml" ds:itemID="{1CBDE803-088D-4453-88C1-FDE5A85A1845}"/>
</file>

<file path=customXml/itemProps3.xml><?xml version="1.0" encoding="utf-8"?>
<ds:datastoreItem xmlns:ds="http://schemas.openxmlformats.org/officeDocument/2006/customXml" ds:itemID="{C821E6B1-CA11-4EE0-BA31-7C1406DE5AA2}"/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157</Words>
  <Application>Microsoft Office PowerPoint</Application>
  <PresentationFormat>Panorámica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Marcela Vidal Quintero</dc:creator>
  <cp:lastModifiedBy>Paula Marcela Vidal Quintero</cp:lastModifiedBy>
  <cp:revision>3</cp:revision>
  <dcterms:created xsi:type="dcterms:W3CDTF">2026-02-02T19:39:13Z</dcterms:created>
  <dcterms:modified xsi:type="dcterms:W3CDTF">2026-02-26T07:15:29Z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0x0101006A81D6BD42E8DF4C91013959704817E1</vt:lpwstr>
  </property>
</Properties>
</file>